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48" r:id="rId1"/>
  </p:sldMasterIdLst>
  <p:notesMasterIdLst>
    <p:notesMasterId r:id="rId43"/>
  </p:notesMasterIdLst>
  <p:handoutMasterIdLst>
    <p:handoutMasterId r:id="rId44"/>
  </p:handoutMasterIdLst>
  <p:sldIdLst>
    <p:sldId id="751" r:id="rId2"/>
    <p:sldId id="833" r:id="rId3"/>
    <p:sldId id="755" r:id="rId4"/>
    <p:sldId id="756" r:id="rId5"/>
    <p:sldId id="828" r:id="rId6"/>
    <p:sldId id="835" r:id="rId7"/>
    <p:sldId id="871" r:id="rId8"/>
    <p:sldId id="872" r:id="rId9"/>
    <p:sldId id="873" r:id="rId10"/>
    <p:sldId id="874" r:id="rId11"/>
    <p:sldId id="875" r:id="rId12"/>
    <p:sldId id="879" r:id="rId13"/>
    <p:sldId id="876" r:id="rId14"/>
    <p:sldId id="877" r:id="rId15"/>
    <p:sldId id="878" r:id="rId16"/>
    <p:sldId id="880" r:id="rId17"/>
    <p:sldId id="836" r:id="rId18"/>
    <p:sldId id="881" r:id="rId19"/>
    <p:sldId id="882" r:id="rId20"/>
    <p:sldId id="883" r:id="rId21"/>
    <p:sldId id="884" r:id="rId22"/>
    <p:sldId id="885" r:id="rId23"/>
    <p:sldId id="886" r:id="rId24"/>
    <p:sldId id="887" r:id="rId25"/>
    <p:sldId id="888" r:id="rId26"/>
    <p:sldId id="891" r:id="rId27"/>
    <p:sldId id="892" r:id="rId28"/>
    <p:sldId id="901" r:id="rId29"/>
    <p:sldId id="902" r:id="rId30"/>
    <p:sldId id="900" r:id="rId31"/>
    <p:sldId id="896" r:id="rId32"/>
    <p:sldId id="897" r:id="rId33"/>
    <p:sldId id="903" r:id="rId34"/>
    <p:sldId id="904" r:id="rId35"/>
    <p:sldId id="905" r:id="rId36"/>
    <p:sldId id="906" r:id="rId37"/>
    <p:sldId id="907" r:id="rId38"/>
    <p:sldId id="908" r:id="rId39"/>
    <p:sldId id="909" r:id="rId40"/>
    <p:sldId id="910" r:id="rId41"/>
    <p:sldId id="779" r:id="rId42"/>
  </p:sldIdLst>
  <p:sldSz cx="19799300" cy="11160125"/>
  <p:notesSz cx="6858000" cy="9144000"/>
  <p:embeddedFontLst>
    <p:embeddedFont>
      <p:font typeface="Calibri" panose="020F0502020204030204" pitchFamily="34" charset="0"/>
      <p:regular r:id="rId45"/>
      <p:bold r:id="rId46"/>
      <p:italic r:id="rId47"/>
      <p:boldItalic r:id="rId48"/>
    </p:embeddedFont>
    <p:embeddedFont>
      <p:font typeface="Tinkoff Sans" panose="02000506050000020004" pitchFamily="2" charset="77"/>
      <p:regular r:id="rId49"/>
      <p:bold r:id="rId50"/>
    </p:embeddedFont>
    <p:embeddedFont>
      <p:font typeface="TINKOFFSANS-MEDIUM" panose="02000806050000020004" pitchFamily="2" charset="77"/>
      <p:regular r:id="rId51"/>
    </p:embeddedFont>
  </p:embeddedFontLst>
  <p:defaultTextStyle>
    <a:defPPr marL="0" marR="0" indent="0" algn="l" defTabSz="90006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73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002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73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nkoff Sans"/>
        <a:ea typeface="Tinkoff Sans"/>
        <a:cs typeface="Tinkoff Sans"/>
        <a:sym typeface="Tinkoff Sans"/>
      </a:defRPr>
    </a:lvl1pPr>
    <a:lvl2pPr marL="0" marR="0" indent="450029" algn="l" defTabSz="45002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73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nkoff Sans"/>
        <a:ea typeface="Tinkoff Sans"/>
        <a:cs typeface="Tinkoff Sans"/>
        <a:sym typeface="Tinkoff Sans"/>
      </a:defRPr>
    </a:lvl2pPr>
    <a:lvl3pPr marL="0" marR="0" indent="900060" algn="l" defTabSz="45002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73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nkoff Sans"/>
        <a:ea typeface="Tinkoff Sans"/>
        <a:cs typeface="Tinkoff Sans"/>
        <a:sym typeface="Tinkoff Sans"/>
      </a:defRPr>
    </a:lvl3pPr>
    <a:lvl4pPr marL="0" marR="0" indent="1350086" algn="l" defTabSz="45002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73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nkoff Sans"/>
        <a:ea typeface="Tinkoff Sans"/>
        <a:cs typeface="Tinkoff Sans"/>
        <a:sym typeface="Tinkoff Sans"/>
      </a:defRPr>
    </a:lvl4pPr>
    <a:lvl5pPr marL="0" marR="0" indent="1800120" algn="l" defTabSz="45002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73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nkoff Sans"/>
        <a:ea typeface="Tinkoff Sans"/>
        <a:cs typeface="Tinkoff Sans"/>
        <a:sym typeface="Tinkoff Sans"/>
      </a:defRPr>
    </a:lvl5pPr>
    <a:lvl6pPr marL="0" marR="0" indent="2250146" algn="l" defTabSz="45002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73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nkoff Sans"/>
        <a:ea typeface="Tinkoff Sans"/>
        <a:cs typeface="Tinkoff Sans"/>
        <a:sym typeface="Tinkoff Sans"/>
      </a:defRPr>
    </a:lvl6pPr>
    <a:lvl7pPr marL="0" marR="0" indent="2700177" algn="l" defTabSz="45002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73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nkoff Sans"/>
        <a:ea typeface="Tinkoff Sans"/>
        <a:cs typeface="Tinkoff Sans"/>
        <a:sym typeface="Tinkoff Sans"/>
      </a:defRPr>
    </a:lvl7pPr>
    <a:lvl8pPr marL="0" marR="0" indent="3150206" algn="l" defTabSz="45002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73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nkoff Sans"/>
        <a:ea typeface="Tinkoff Sans"/>
        <a:cs typeface="Tinkoff Sans"/>
        <a:sym typeface="Tinkoff Sans"/>
      </a:defRPr>
    </a:lvl8pPr>
    <a:lvl9pPr marL="0" marR="0" indent="3600237" algn="l" defTabSz="45002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73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nkoff Sans"/>
        <a:ea typeface="Tinkoff Sans"/>
        <a:cs typeface="Tinkoff Sans"/>
        <a:sym typeface="Tinkoff Sans"/>
      </a:defRPr>
    </a:lvl9pPr>
  </p:defaultTextStyle>
  <p:extLst>
    <p:ext uri="{EFAFB233-063F-42B5-8137-9DF3F51BA10A}">
      <p15:sldGuideLst xmlns:p15="http://schemas.microsoft.com/office/powerpoint/2012/main">
        <p15:guide id="1" pos="3514" userDrawn="1">
          <p15:clr>
            <a:srgbClr val="A4A3A4"/>
          </p15:clr>
        </p15:guide>
        <p15:guide id="2" orient="horz" pos="104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Office User" initials="MOU" lastIdx="2" clrIdx="0">
    <p:extLst>
      <p:ext uri="{19B8F6BF-5375-455C-9EA6-DF929625EA0E}">
        <p15:presenceInfo xmlns:p15="http://schemas.microsoft.com/office/powerpoint/2012/main" userId="Microsoft Office 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2A242"/>
    <a:srgbClr val="E2611D"/>
    <a:srgbClr val="E5ECFF"/>
    <a:srgbClr val="F5F5F6"/>
    <a:srgbClr val="458BF9"/>
    <a:srgbClr val="F5F5F8"/>
    <a:srgbClr val="F9F9F9"/>
    <a:srgbClr val="D87FE4"/>
    <a:srgbClr val="FFDD2C"/>
    <a:srgbClr val="F6F6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Tinkoff Sans"/>
          <a:ea typeface="Tinkoff Sans"/>
          <a:cs typeface="Tinkoff Sans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EEACB"/>
          </a:solidFill>
        </a:fill>
      </a:tcStyle>
    </a:wholeTbl>
    <a:band2H>
      <a:tcTxStyle/>
      <a:tcStyle>
        <a:tcBdr/>
        <a:fill>
          <a:solidFill>
            <a:srgbClr val="FEF5E7"/>
          </a:solidFill>
        </a:fill>
      </a:tcStyle>
    </a:band2H>
    <a:firstCol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Tinkoff Sans"/>
          <a:ea typeface="Tinkoff Sans"/>
          <a:cs typeface="Tinkoff Sans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0D0D0"/>
          </a:solidFill>
        </a:fill>
      </a:tcStyle>
    </a:wholeTbl>
    <a:band2H>
      <a:tcTxStyle/>
      <a:tcStyle>
        <a:tcBdr/>
        <a:fill>
          <a:solidFill>
            <a:srgbClr val="E9E9E9"/>
          </a:solidFill>
        </a:fill>
      </a:tcStyle>
    </a:band2H>
    <a:firstCol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Tinkoff Sans"/>
          <a:ea typeface="Tinkoff Sans"/>
          <a:cs typeface="Tinkoff Sans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1CCFF"/>
          </a:solidFill>
        </a:fill>
      </a:tcStyle>
    </a:wholeTbl>
    <a:band2H>
      <a:tcTxStyle/>
      <a:tcStyle>
        <a:tcBdr/>
        <a:fill>
          <a:solidFill>
            <a:srgbClr val="EAE7FF"/>
          </a:solidFill>
        </a:fill>
      </a:tcStyle>
    </a:band2H>
    <a:firstCol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Tinkoff Sans"/>
          <a:ea typeface="Tinkoff Sans"/>
          <a:cs typeface="Tinkoff Sans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2">
              <a:lumOff val="3235"/>
            </a:scheme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Tinkoff Sans"/>
          <a:ea typeface="Tinkoff Sans"/>
          <a:cs typeface="Tinkoff Sans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Tinkoff Sans"/>
          <a:ea typeface="Tinkoff Sans"/>
          <a:cs typeface="Tinkoff Sans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chemeClr val="accent2">
              <a:lumOff val="3235"/>
            </a:schemeClr>
          </a:solidFill>
        </a:fill>
      </a:tcStyle>
    </a:band2H>
    <a:firstCol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Tinkoff Sans"/>
          <a:ea typeface="Tinkoff Sans"/>
          <a:cs typeface="Tinkoff San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Tinkoff Sans"/>
          <a:ea typeface="Tinkoff Sans"/>
          <a:cs typeface="Tinkoff San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Tinkoff Sans"/>
          <a:ea typeface="Tinkoff Sans"/>
          <a:cs typeface="Tinkoff San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Tinkoff Sans"/>
          <a:ea typeface="Tinkoff Sans"/>
          <a:cs typeface="Tinkoff San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386"/>
    <p:restoredTop sz="78214"/>
  </p:normalViewPr>
  <p:slideViewPr>
    <p:cSldViewPr snapToGrid="0" snapToObjects="1" showGuides="1">
      <p:cViewPr varScale="1">
        <p:scale>
          <a:sx n="77" d="100"/>
          <a:sy n="77" d="100"/>
        </p:scale>
        <p:origin x="2560" y="192"/>
      </p:cViewPr>
      <p:guideLst>
        <p:guide pos="3514"/>
        <p:guide orient="horz" pos="1043"/>
      </p:guideLst>
    </p:cSldViewPr>
  </p:slideViewPr>
  <p:outlineViewPr>
    <p:cViewPr>
      <p:scale>
        <a:sx n="33" d="100"/>
        <a:sy n="33" d="100"/>
      </p:scale>
      <p:origin x="0" y="-3620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napToObjects="1" showGuides="1">
      <p:cViewPr varScale="1">
        <p:scale>
          <a:sx n="109" d="100"/>
          <a:sy n="109" d="100"/>
        </p:scale>
        <p:origin x="3424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3.fntdata"/><Relationship Id="rId50" Type="http://schemas.openxmlformats.org/officeDocument/2006/relationships/font" Target="fonts/font6.fntdata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1.fntdata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handoutMaster" Target="handoutMasters/handoutMaster1.xml"/><Relationship Id="rId52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font" Target="fonts/font4.fntdata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font" Target="fonts/font7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2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5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583D989E-EF15-6F48-AA4B-731FAEF1185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C4CF683-EEF1-4645-87EB-D55DCC49532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B206CE-BBC7-5648-9AD8-918B797FE8E8}" type="datetimeFigureOut">
              <a:rPr lang="ru-RU" smtClean="0"/>
              <a:t>20.11.2024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89581FD-2C33-5D4D-8228-B60CABE32AF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B57F81C-FF75-FE4D-AA1C-3BDE570DF5A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EE2138-0C2A-DB4B-942A-F7E05EC66FCB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6371690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29T18:15:09.22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0,'65'9,"18"-1,-10-8,-24 0,2 0,-1 0,0 0,5 0,-1 0,-4 0,0 0,1 0,-2 0,24 0,-18 0,-30 0,-2 0,-7 0,19 0,17 0,21 0,-20 0,3 0,-4 0,-1 0,-1 0,0 0,44 0,-33 0,-3 0,-2 0,-22 0,21 0,-21 0,21 0,-21 0,10 4,-13-3,0 4,0-5,0 0,12 0,3 6,13-4,-1 4,24-6,6 0,0 7,-6-5,-43 4,3-6,-24 0,11 0,-4 0,6 0,12 0,16 0,14 0,0 0,-3 0,-12 0,-12 5,9-4,-9 3,1 1,-4-4,-12 4,0-5,12 6,-9-4,10 4,-20-6,6 0,-6 0,7 0,1 0,11 0,-9 0,9 0,0 0,3 0,24 0,-20 0,5 5,-31-4,-1 4,0-5,-5 0,12 0,-6 0,19 0,4 0,11 0,12 0,15 0,3 0,-34 0,1 0,-4 0,-2 0,39 0,-18 0,-27 0,0 0,-9 0,22 0,-10 0,12 0,36 0,-3 0,-35 0,0 0,41 0,-24 0,-14 0,-16 0,-12 0,0 0,12 0,15 0,15 0,13 0,11 0,-48 0,2 0,5 0,0 0,32 0,-6 0,-36 0,-3 0,-12 0,-10 0,1 0,-13 0,10 0,-5 0,12 0,-1 0,6 0,12 0,-9 0,3 0,-8 0,-4 0,18 0,3 0,0 0,-3 0,-12 0,1 0,-1 0,0 0,0 0,0 0,-6 0,16 0,-13 0,15 0,-18 0,4 0,8 0,-10 0,27 0,-27 0,17 0,-13 0,0 0,12 0,-9 0,9 0,1 0,2 0,0 0,9 0,15 0,6 0,-21 0,-1 0,10 0,3 0,-36 0,1 0,-1 0,0 0,12 0,-9 0,21 0,15 0,6 0,-2 0,-26 0,-25 0,-7 0,1 0,9 0,0 0,20 0,-11 0,32 0,-6 0,0 4,-12-3,-26 4,-14-5,-2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29T18:15:12.04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0,'84'10,"-4"-1,-34-9,-10 0,6 0,-14 0,39 0,6 0,3 0,18 0,-21 0,0 0,-15 0,9 0,-18 0,10 0,-4 0,-21 0,9 0,-12 0,24 0,-6 0,46 0,-31 0,-12 0,2 0,34 0,-39 0,2 0,9 0,1 0,-10 0,1 0,10 0,0 0,-12 0,0 0,4 0,1 0,-5 0,0 0,0 0,0 0,47 0,-24 0,9 0,-21 0,-3 0,-14 0,11 0,6 0,12 0,-3 0,0 0,3 0,0 0,-2 0,-13 0,0 0,12 7,3 3,24-1,-42 0,2-2,11-5,4-2,4 5,2-1,10-3,3-2,-1 1,1 0,0 0,0 0,0 0,-3 0,-15 0,-4 0,-4 0,-6 0,8 0,-24 0,-31 0,-4 0,18 4,32-3,25 7,25 6,-7-4,-33-7,-5-1,7 0,14 5,11 1,-2 1,-11-4,7-4,-12-2,-16 1,-6 0,20 0,-43 0,-21 0,11 0,12 0,28 0,-1 0,21 0,3 0,-9 0,-6 0,-37 0,-14 0,-11 0,17 0,10 0,19 0,-8 0,-10 0,-16 0,-9 0,5 0,-3 3,7-2,3 3,2-4,6 0,0 0,-7 4,-1-4,-10 4,2-4,2 0,-4 0,2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29T18:15:15.64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9,'58'-4,"-6"0,-9 4,15 0,-6 0,5 0,7 0,3 0,21 0,2 0,-5 0,0 0,5 0,-1 0,-11 0,-2 0,-5 0,-3 0,-11 0,-1 0,-1 0,-1 0,-4 0,0 0,38 0,-24 0,2 0,-13 0,0 0,22 0,2 0,-13 0,-1 0,6 0,-2 0,24 0,-36 0,-4 0,10 0,10 0,-1 0,-9 0,33 0,-6 0,-33 0,2 0,4 0,2 0,0 0,1 0,1 0,-3 0,-11 0,-2 0,45 0,-32 0,20 0,-33 0,30 0,-6 0,15 0,9 0,0 0,-9 0,9 0,-24 0,-8 0,2 0,-12 0,0 0,9 0,1 0,-11 0,-2 0,45 0,-46 0,1 0,5 0,-2 0,42 0,0 0,-20 0,-14 0,-21 5,-18-4,7 3,12-4,4 0,11 0,24 0,-6 0,21 0,-36 0,30 0,-27 0,-10 0,1 0,21 0,6 0,-12 0,-20 0,-2 0,-18 0,-12 0,11 0,8 0,33 0,18 0,-33 0,2 0,-2 0,2 0,5 0,0 0,-11 0,1 0,14 0,1 0,-14 0,-3 0,1 0,-2 0,21 0,-2 0,-19 0,21 0,0 0,3 0,0 0,9 0,-21 7,10-6,-13 6,12 0,15-5,3 6,-34-8,1 0,33 0,-28 0,1 0,-9 0,-1 0,11 0,0 0,-5 0,-2 0,-5 0,0 0,11 0,-1 0,-8 0,-1 0,6-1,-1 2,41 6,-12-5,12 14,-9-14,-34 2,1 0,-5 1,0-2,0-2,0 1,35 6,-27-8,-3 0,-27 0,13 0,-16 0,18 0,15 0,39 0,-35 0,4 0,4 0,2 0,10-1,0 2,-17 3,0 0,9-3,0 0,-16 3,-1 0,6-3,-2-2,27 1,-6 0,-36 0,-2 0,-13 0,12 0,3 0,24 0,3 0,24 0,-9 0,-28 0,1 0,-9 0,0 0,4 0,0 0,41 0,-24 7,-22-6,-16 6,-22-7,2 0,2 4,0-4,-1 4,0-4,-4 0,5 0,-1 0,4 0,-7 0,6 0,-6 0,10 0,14 0,9 0,24 0,15 0,3 0,-33 0,-1 0,22 0,-6 0,-33 0,-14 0,-7 0,0 0,7 0,-5 0,5 0,-10 0,2 4,5-3,-2 2,2-3,-5 0,-2 4,3-3,0 2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29T18:15:24.99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0,'70'13,"-21"-3,42-10,-27 0,33 0,0 0,-47 0,0 0,6 0,0 0,-6 0,0 0,10 0,1 0,-3 0,0 0,5 0,1 0,4 0,0 0,-4 0,-1 0,-5 0,-1 0,6 0,-4 0,17 0,18 0,-21 0,0 0,9 0,-9 0,12 0,0 0,-11 0,-4 0,-24 0,9 0,-21 0,21 0,3 0,15 0,24 0,-8 0,-35 0,1 0,33-8,-3 6,-37-5,-14 7,-22 0,11 0,2 0,6 0,12 0,-9 0,9 0,13 0,-7 0,21 0,-12 0,-12 0,-3 0,-18 0,-2 0,-7 0,0 0,1 0,18 0,-18 0,48 0,-27 0,21 0,8 0,-37 0,36 0,-39 0,17 0,-20 0,-1 0,0 0,-5 0,11 0,-4 0,18 0,3 6,12-4,1 4,-13-1,-3-4,0 10,-9-9,21 10,-20-10,20 5,15-7,6 0,9 0,-34 0,-9 0,-24 0,11 4,-11-3,12 4,-12-5,23 0,-20 3,21-2,-6 9,11-8,11 5,0-7,-19 0,3 4,-28-3,8 4,-5-2,6 3,6-1,14-1,15-4,3 0,-3 0,-3 0,-27 0,3 0,-19 4,0-3,19 2,-3-3,27 0,-9 0,0 0,21 0,-18 0,33 0,-33 0,-4 0,-26 0,-15 0,0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29T18:15:36.90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1 185,'69'3,"1"-1,-1 0,1 0,12-2,0 0,-9 0,-1 0,5 0,-2 0,-12 0,-2 0,-10 0,-2 0,48 0,-24 0,-3 0,12-9,-18 7,18-13,0 5,6-7,-32 12,0 0,-5 1,-2 0,48-4,-12 6,-11-5,-4 0,0 5,-9-11,21 12,-21-6,-3 7,-3 0,-20 0,8 0,0 0,-9 0,3 0,4 0,-1 0,18 0,0 0,0 0,12 0,3 0,24 0,-9 0,-28 0,2 0,-5 0,1 0,0 0,-1 0,40 0,-27 0,-12 0,1 0,-1 7,-12-1,21 2,6-4,-24-3,2-2,37 1,6 0,-33 0,9 0,-11 0,-13 0,9 7,-9-6,0 6,21 0,-18-5,33 6,-8-1,-21-6,3 0,35 7,-31-8,1 0,-10 0,-2 0,2 0,-2 0,24 0,-18 0,-24 0,1 0,-1 0,-7 0,6 4,-6-3,20 4,-10-5,9 0,-12 0,12 0,-19 0,29 0,-29 0,31 0,-9 0,12 0,-12 0,9 0,-9 0,13 0,11 0,-9 6,21-4,-9 12,12-12,0 5,0-7,12 0,-46 0,-2 0,39 0,6 0,-32 0,20 0,-21 7,9-6,0 6,3 0,12-5,0 6,1-8,-1 0,12 0,-9 0,9 0,-24 0,-3 0,-24 0,9 0,3 0,16 0,11 0,12 0,-9 0,-34 0,1 0,33 0,-33 0,-1 0,22 0,6 0,-24 0,-18 0,1 0,-23 0,12 0,-6 0,7 0,13 0,-10 0,21 0,-21 0,9 0,-18 0,-6 0,-4 0,8-4,-4 3,26-9,-17 8,39-4,-18 6,21 0,-12 0,12 0,-8 0,20 0,-21 0,21 0,-9 0,12-8,-12 6,-3-5,1 7,-10 0,21 0,-21-7,33 6,-30-12,30 11,-33-5,33-1,-30 6,30-6,-44 3,5 4,-24-4,0 5,12-6,-9 4,9-4,-11 1,11 4,15-4,15-3,0 7,-15-7,9 0,-17 7,20-7,-24 8,-3 0,-18 0,4 0,-4 0,-1 0,-1 0,0 0,14 0,9 0,12 0,0 0,0 0,0 0,-22 0,5 0,-27 0,16 0,-12 0,11 0,-4 0,6 0,-6 0,4 0,-4 0,18 0,-9 0,9 0,-12 0,12 0,27 0,7 0,8 0,-27 0,-15 0,-12 0,0 0,0 0,1-5,11-2,-16 0,15 1,-24 6,1 0,-4 0,-2-4,3 3,1-2,-1 3,0 0,0 0,19-7,-7 5,39-4,-18 6,33 0,-21 0,-3 0,-25 0,-14 0,-11 0,14 0,0 0,6 0,1 0,-11 0,2 0,-5-4,-2 3,3-2,0 3,0 0,1-4,-1 3,0-3,0 4,0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29T18:15:43.41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0,'18'44,"0"-10,-17-22,3-4,0 11,0-8,1 11,-2-9,-3 3,0 1,4-1,-3 0,6 4,-6-3,2-1,-3 3,0-9,0 9,4 1,1-2,-1 6,0-8,-4 0,0 1,0-1,0 1,0-1,0 0,0 7,0-5,0 5,0-10,0 2,0 2,0 0,0 3,0-4,0-3,0 6,0-6,0 4,0 2,0-6,0 4,0 5,0-11,0 8,0-4,0-1,0 6,0-4,0 1,0-1,0 0,0 1,0 2,0-1,0-2,0 3,0-5,0 6,0-4,0 7,0-5,0 11,0-11,0 12,0-12,0 1,0-3,-4 0,3 1,-3 3,1-4,-3 7,1 2,1-4,-1 7,4-7,-4 4,5-2,0-7,-3 1,2-1,-3 0,4 4,0-3,0 3,0-7,0 2,-4 2,3-4,-2 6,3-6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Shape 861"/>
          <p:cNvSpPr>
            <a:spLocks noGrp="1" noRot="1" noChangeAspect="1"/>
          </p:cNvSpPr>
          <p:nvPr>
            <p:ph type="sldImg"/>
          </p:nvPr>
        </p:nvSpPr>
        <p:spPr>
          <a:xfrm>
            <a:off x="387350" y="685800"/>
            <a:ext cx="60833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862" name="Shape 86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latinLnBrk="0">
      <a:defRPr sz="1378" b="0" i="0">
        <a:solidFill>
          <a:schemeClr val="tx1"/>
        </a:solidFill>
        <a:highlight>
          <a:srgbClr val="FFFF00"/>
        </a:highlight>
        <a:latin typeface="Tinkoff Sans" panose="02000506050000020004" pitchFamily="2" charset="0"/>
        <a:ea typeface="+mj-ea"/>
        <a:cs typeface="+mj-cs"/>
        <a:sym typeface="Calibri"/>
      </a:defRPr>
    </a:lvl1pPr>
    <a:lvl2pPr indent="225015" latinLnBrk="0">
      <a:defRPr sz="1181">
        <a:latin typeface="+mj-lt"/>
        <a:ea typeface="+mj-ea"/>
        <a:cs typeface="+mj-cs"/>
        <a:sym typeface="Calibri"/>
      </a:defRPr>
    </a:lvl2pPr>
    <a:lvl3pPr indent="450029" latinLnBrk="0">
      <a:defRPr sz="1181">
        <a:latin typeface="+mj-lt"/>
        <a:ea typeface="+mj-ea"/>
        <a:cs typeface="+mj-cs"/>
        <a:sym typeface="Calibri"/>
      </a:defRPr>
    </a:lvl3pPr>
    <a:lvl4pPr indent="675045" latinLnBrk="0">
      <a:defRPr sz="1181">
        <a:latin typeface="+mj-lt"/>
        <a:ea typeface="+mj-ea"/>
        <a:cs typeface="+mj-cs"/>
        <a:sym typeface="Calibri"/>
      </a:defRPr>
    </a:lvl4pPr>
    <a:lvl5pPr indent="900060" latinLnBrk="0">
      <a:defRPr sz="1181">
        <a:latin typeface="+mj-lt"/>
        <a:ea typeface="+mj-ea"/>
        <a:cs typeface="+mj-cs"/>
        <a:sym typeface="Calibri"/>
      </a:defRPr>
    </a:lvl5pPr>
    <a:lvl6pPr indent="1125075" latinLnBrk="0">
      <a:defRPr sz="1181">
        <a:latin typeface="+mj-lt"/>
        <a:ea typeface="+mj-ea"/>
        <a:cs typeface="+mj-cs"/>
        <a:sym typeface="Calibri"/>
      </a:defRPr>
    </a:lvl6pPr>
    <a:lvl7pPr indent="1350086" latinLnBrk="0">
      <a:defRPr sz="1181">
        <a:latin typeface="+mj-lt"/>
        <a:ea typeface="+mj-ea"/>
        <a:cs typeface="+mj-cs"/>
        <a:sym typeface="Calibri"/>
      </a:defRPr>
    </a:lvl7pPr>
    <a:lvl8pPr indent="1575102" latinLnBrk="0">
      <a:defRPr sz="1181">
        <a:latin typeface="+mj-lt"/>
        <a:ea typeface="+mj-ea"/>
        <a:cs typeface="+mj-cs"/>
        <a:sym typeface="Calibri"/>
      </a:defRPr>
    </a:lvl8pPr>
    <a:lvl9pPr indent="1800120" latinLnBrk="0">
      <a:defRPr sz="1181">
        <a:latin typeface="+mj-lt"/>
        <a:ea typeface="+mj-ea"/>
        <a:cs typeface="+mj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7350" y="685800"/>
            <a:ext cx="60833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670523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7350" y="685800"/>
            <a:ext cx="60833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43812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7350" y="685800"/>
            <a:ext cx="60833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633875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>
              <a:solidFill>
                <a:srgbClr val="458BF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13670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7350" y="685800"/>
            <a:ext cx="60833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657889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7350" y="685800"/>
            <a:ext cx="60833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Жизненный цикл потока. </a:t>
            </a:r>
          </a:p>
          <a:p>
            <a:r>
              <a:rPr lang="ru-RU" dirty="0"/>
              <a:t>Нас интересуют четыре состояния </a:t>
            </a:r>
          </a:p>
          <a:p>
            <a:r>
              <a:rPr lang="ru-RU" dirty="0"/>
              <a:t>– </a:t>
            </a:r>
            <a:r>
              <a:rPr lang="en-US" dirty="0"/>
              <a:t>Ready, Running (</a:t>
            </a:r>
            <a:r>
              <a:rPr lang="ru-RU" dirty="0"/>
              <a:t>рассказать про </a:t>
            </a:r>
            <a:r>
              <a:rPr lang="en-US" dirty="0"/>
              <a:t>Thread Scheduler </a:t>
            </a:r>
            <a:r>
              <a:rPr lang="ru-RU" dirty="0"/>
              <a:t>в ОС – для этого переход на след. слайд)</a:t>
            </a:r>
          </a:p>
          <a:p>
            <a:r>
              <a:rPr lang="ru-RU" dirty="0"/>
              <a:t>- </a:t>
            </a:r>
            <a:r>
              <a:rPr lang="en-US" dirty="0"/>
              <a:t>Waiting, Blocked – </a:t>
            </a:r>
            <a:r>
              <a:rPr lang="ru-RU" dirty="0"/>
              <a:t>поток простаивает, что не есть хорошо, и наша задача – по возможности минимизировать время нахождения потоков в этих статусах</a:t>
            </a:r>
          </a:p>
        </p:txBody>
      </p:sp>
    </p:spTree>
    <p:extLst>
      <p:ext uri="{BB962C8B-B14F-4D97-AF65-F5344CB8AC3E}">
        <p14:creationId xmlns:p14="http://schemas.microsoft.com/office/powerpoint/2010/main" val="5078543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7350" y="685800"/>
            <a:ext cx="60833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Жизненный цикл потока. </a:t>
            </a:r>
          </a:p>
          <a:p>
            <a:r>
              <a:rPr lang="ru-RU" dirty="0"/>
              <a:t>Нас интересуют четыре состояния </a:t>
            </a:r>
          </a:p>
          <a:p>
            <a:r>
              <a:rPr lang="ru-RU" dirty="0"/>
              <a:t>– </a:t>
            </a:r>
            <a:r>
              <a:rPr lang="en-US" dirty="0"/>
              <a:t>Ready, Running (</a:t>
            </a:r>
            <a:r>
              <a:rPr lang="ru-RU" dirty="0"/>
              <a:t>рассказать про </a:t>
            </a:r>
            <a:r>
              <a:rPr lang="en-US" dirty="0"/>
              <a:t>Thread Scheduler </a:t>
            </a:r>
            <a:r>
              <a:rPr lang="ru-RU" dirty="0"/>
              <a:t>в ОС – для этого переход на след. слайд)</a:t>
            </a:r>
          </a:p>
          <a:p>
            <a:r>
              <a:rPr lang="ru-RU" dirty="0"/>
              <a:t>- </a:t>
            </a:r>
            <a:r>
              <a:rPr lang="en-US" dirty="0"/>
              <a:t>Waiting, Blocked – </a:t>
            </a:r>
            <a:r>
              <a:rPr lang="ru-RU" dirty="0"/>
              <a:t>поток простаивает, что не есть хорошо, и наша задача – по возможности минимизировать время нахождения потоков в этих статусах</a:t>
            </a:r>
          </a:p>
        </p:txBody>
      </p:sp>
    </p:spTree>
    <p:extLst>
      <p:ext uri="{BB962C8B-B14F-4D97-AF65-F5344CB8AC3E}">
        <p14:creationId xmlns:p14="http://schemas.microsoft.com/office/powerpoint/2010/main" val="26606583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7350" y="685800"/>
            <a:ext cx="60833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821576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>
              <a:solidFill>
                <a:srgbClr val="458BF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99797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7350" y="685800"/>
            <a:ext cx="60833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349244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7350" y="685800"/>
            <a:ext cx="60833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70687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7350" y="685800"/>
            <a:ext cx="60833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966125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7350" y="685800"/>
            <a:ext cx="60833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237905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7350" y="685800"/>
            <a:ext cx="60833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900940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7350" y="685800"/>
            <a:ext cx="60833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8212169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>
              <a:solidFill>
                <a:srgbClr val="458BF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00367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7350" y="685800"/>
            <a:ext cx="60833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Рассказать про приоритет потока – на что влияет, какие значения может принимать. </a:t>
            </a:r>
          </a:p>
          <a:p>
            <a:r>
              <a:rPr lang="ru-RU" dirty="0"/>
              <a:t>Также рассказать про способы переключения потока путем перевода его в другие статусы из жизненного цикла. </a:t>
            </a:r>
          </a:p>
        </p:txBody>
      </p:sp>
    </p:spTree>
    <p:extLst>
      <p:ext uri="{BB962C8B-B14F-4D97-AF65-F5344CB8AC3E}">
        <p14:creationId xmlns:p14="http://schemas.microsoft.com/office/powerpoint/2010/main" val="236562455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7350" y="685800"/>
            <a:ext cx="60833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Рассказать про приоритет потока – на что влияет, какие значения может принимать. </a:t>
            </a:r>
          </a:p>
          <a:p>
            <a:r>
              <a:rPr lang="ru-RU" dirty="0"/>
              <a:t>Также рассказать про способы переключения потока путем перевода его в другие статусы из жизненного цикла. </a:t>
            </a:r>
          </a:p>
        </p:txBody>
      </p:sp>
    </p:spTree>
    <p:extLst>
      <p:ext uri="{BB962C8B-B14F-4D97-AF65-F5344CB8AC3E}">
        <p14:creationId xmlns:p14="http://schemas.microsoft.com/office/powerpoint/2010/main" val="105888032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7350" y="685800"/>
            <a:ext cx="60833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Рассказать про приоритет потока – на что влияет, какие значения может принимать. </a:t>
            </a:r>
          </a:p>
          <a:p>
            <a:r>
              <a:rPr lang="ru-RU" dirty="0"/>
              <a:t>Также рассказать про способы переключения потока путем перевода его в другие статусы из жизненного цикла. </a:t>
            </a:r>
          </a:p>
        </p:txBody>
      </p:sp>
    </p:spTree>
    <p:extLst>
      <p:ext uri="{BB962C8B-B14F-4D97-AF65-F5344CB8AC3E}">
        <p14:creationId xmlns:p14="http://schemas.microsoft.com/office/powerpoint/2010/main" val="396527326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7350" y="685800"/>
            <a:ext cx="60833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Рассказать про приоритет потока – на что влияет, какие значения может принимать. </a:t>
            </a:r>
          </a:p>
          <a:p>
            <a:r>
              <a:rPr lang="ru-RU" dirty="0"/>
              <a:t>Также рассказать про способы переключения потока путем перевода его в другие статусы из жизненного цикла. </a:t>
            </a:r>
          </a:p>
        </p:txBody>
      </p:sp>
    </p:spTree>
    <p:extLst>
      <p:ext uri="{BB962C8B-B14F-4D97-AF65-F5344CB8AC3E}">
        <p14:creationId xmlns:p14="http://schemas.microsoft.com/office/powerpoint/2010/main" val="411266308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7350" y="685800"/>
            <a:ext cx="60833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Рассказать про приоритет потока – на что влияет, какие значения может принимать. </a:t>
            </a:r>
          </a:p>
          <a:p>
            <a:r>
              <a:rPr lang="ru-RU" dirty="0"/>
              <a:t>Также рассказать про способы переключения потока путем перевода его в другие статусы из жизненного цикла. </a:t>
            </a:r>
          </a:p>
        </p:txBody>
      </p:sp>
    </p:spTree>
    <p:extLst>
      <p:ext uri="{BB962C8B-B14F-4D97-AF65-F5344CB8AC3E}">
        <p14:creationId xmlns:p14="http://schemas.microsoft.com/office/powerpoint/2010/main" val="359053116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7350" y="685800"/>
            <a:ext cx="60833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8431449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7350" y="685800"/>
            <a:ext cx="60833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Рассказать про приоритет потока – на что влияет, какие значения может принимать. </a:t>
            </a:r>
          </a:p>
          <a:p>
            <a:r>
              <a:rPr lang="ru-RU" dirty="0"/>
              <a:t>Также рассказать про способы переключения потока путем перевода его в другие статусы из жизненного цикла. </a:t>
            </a:r>
          </a:p>
        </p:txBody>
      </p:sp>
    </p:spTree>
    <p:extLst>
      <p:ext uri="{BB962C8B-B14F-4D97-AF65-F5344CB8AC3E}">
        <p14:creationId xmlns:p14="http://schemas.microsoft.com/office/powerpoint/2010/main" val="65866778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7350" y="685800"/>
            <a:ext cx="60833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0301551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>
              <a:solidFill>
                <a:srgbClr val="458BF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554232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7350" y="685800"/>
            <a:ext cx="60833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7713496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7350" y="685800"/>
            <a:ext cx="60833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3437590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7350" y="685800"/>
            <a:ext cx="60833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3210529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7350" y="685800"/>
            <a:ext cx="60833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5365935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7350" y="685800"/>
            <a:ext cx="60833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2479012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7350" y="685800"/>
            <a:ext cx="60833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9926940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7350" y="685800"/>
            <a:ext cx="60833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4734250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7350" y="685800"/>
            <a:ext cx="60833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027749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7350" y="685800"/>
            <a:ext cx="60833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7321026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7350" y="685800"/>
            <a:ext cx="60833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7420433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7350" y="685800"/>
            <a:ext cx="60833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5224798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7350" y="685800"/>
            <a:ext cx="60833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6311885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7350" y="685800"/>
            <a:ext cx="60833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5604596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7350" y="685800"/>
            <a:ext cx="60833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8335294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7350" y="685800"/>
            <a:ext cx="60833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145457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550082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0_ТС заголовок в 1 строку c картинк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A995965-FCC0-F0BF-8CE3-2A85BF3ED5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365" y="355059"/>
            <a:ext cx="3899344" cy="1527243"/>
          </a:xfrm>
          <a:prstGeom prst="rect">
            <a:avLst/>
          </a:prstGeom>
        </p:spPr>
      </p:pic>
      <p:sp>
        <p:nvSpPr>
          <p:cNvPr id="2" name="Рисунок 7">
            <a:extLst>
              <a:ext uri="{FF2B5EF4-FFF2-40B4-BE49-F238E27FC236}">
                <a16:creationId xmlns:a16="http://schemas.microsoft.com/office/drawing/2014/main" id="{4FE4236F-2DEA-12BF-C5E2-0CB81B917FA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899651" y="0"/>
            <a:ext cx="9898908" cy="10440988"/>
          </a:xfrm>
          <a:custGeom>
            <a:avLst/>
            <a:gdLst>
              <a:gd name="connsiteX0" fmla="*/ 0 w 12661138"/>
              <a:gd name="connsiteY0" fmla="*/ 0 h 10296144"/>
              <a:gd name="connsiteX1" fmla="*/ 12661138 w 12661138"/>
              <a:gd name="connsiteY1" fmla="*/ 0 h 10296144"/>
              <a:gd name="connsiteX2" fmla="*/ 12661138 w 12661138"/>
              <a:gd name="connsiteY2" fmla="*/ 10296144 h 10296144"/>
              <a:gd name="connsiteX3" fmla="*/ 0 w 12661138"/>
              <a:gd name="connsiteY3" fmla="*/ 10296144 h 10296144"/>
              <a:gd name="connsiteX4" fmla="*/ 0 w 12661138"/>
              <a:gd name="connsiteY4" fmla="*/ 0 h 10296144"/>
              <a:gd name="connsiteX0" fmla="*/ 42418 w 12703556"/>
              <a:gd name="connsiteY0" fmla="*/ 0 h 10296144"/>
              <a:gd name="connsiteX1" fmla="*/ 12703556 w 12703556"/>
              <a:gd name="connsiteY1" fmla="*/ 0 h 10296144"/>
              <a:gd name="connsiteX2" fmla="*/ 12703556 w 12703556"/>
              <a:gd name="connsiteY2" fmla="*/ 10296144 h 10296144"/>
              <a:gd name="connsiteX3" fmla="*/ 42418 w 12703556"/>
              <a:gd name="connsiteY3" fmla="*/ 10296144 h 10296144"/>
              <a:gd name="connsiteX4" fmla="*/ 0 w 12703556"/>
              <a:gd name="connsiteY4" fmla="*/ 8814816 h 10296144"/>
              <a:gd name="connsiteX5" fmla="*/ 42418 w 12703556"/>
              <a:gd name="connsiteY5" fmla="*/ 0 h 10296144"/>
              <a:gd name="connsiteX0" fmla="*/ 42418 w 12703556"/>
              <a:gd name="connsiteY0" fmla="*/ 0 h 10296144"/>
              <a:gd name="connsiteX1" fmla="*/ 12703556 w 12703556"/>
              <a:gd name="connsiteY1" fmla="*/ 0 h 10296144"/>
              <a:gd name="connsiteX2" fmla="*/ 12703556 w 12703556"/>
              <a:gd name="connsiteY2" fmla="*/ 10296144 h 10296144"/>
              <a:gd name="connsiteX3" fmla="*/ 1645920 w 12703556"/>
              <a:gd name="connsiteY3" fmla="*/ 10296144 h 10296144"/>
              <a:gd name="connsiteX4" fmla="*/ 42418 w 12703556"/>
              <a:gd name="connsiteY4" fmla="*/ 10296144 h 10296144"/>
              <a:gd name="connsiteX5" fmla="*/ 0 w 12703556"/>
              <a:gd name="connsiteY5" fmla="*/ 8814816 h 10296144"/>
              <a:gd name="connsiteX6" fmla="*/ 42418 w 12703556"/>
              <a:gd name="connsiteY6" fmla="*/ 0 h 10296144"/>
              <a:gd name="connsiteX0" fmla="*/ 133979 w 12795117"/>
              <a:gd name="connsiteY0" fmla="*/ 0 h 10405872"/>
              <a:gd name="connsiteX1" fmla="*/ 12795117 w 12795117"/>
              <a:gd name="connsiteY1" fmla="*/ 0 h 10405872"/>
              <a:gd name="connsiteX2" fmla="*/ 12795117 w 12795117"/>
              <a:gd name="connsiteY2" fmla="*/ 10296144 h 10405872"/>
              <a:gd name="connsiteX3" fmla="*/ 1737481 w 12795117"/>
              <a:gd name="connsiteY3" fmla="*/ 10296144 h 10405872"/>
              <a:gd name="connsiteX4" fmla="*/ 133979 w 12795117"/>
              <a:gd name="connsiteY4" fmla="*/ 10296144 h 10405872"/>
              <a:gd name="connsiteX5" fmla="*/ 91561 w 12795117"/>
              <a:gd name="connsiteY5" fmla="*/ 8814816 h 10405872"/>
              <a:gd name="connsiteX6" fmla="*/ 133979 w 12795117"/>
              <a:gd name="connsiteY6" fmla="*/ 0 h 10405872"/>
              <a:gd name="connsiteX0" fmla="*/ 42418 w 12703556"/>
              <a:gd name="connsiteY0" fmla="*/ 0 h 10296144"/>
              <a:gd name="connsiteX1" fmla="*/ 12703556 w 12703556"/>
              <a:gd name="connsiteY1" fmla="*/ 0 h 10296144"/>
              <a:gd name="connsiteX2" fmla="*/ 12703556 w 12703556"/>
              <a:gd name="connsiteY2" fmla="*/ 10296144 h 10296144"/>
              <a:gd name="connsiteX3" fmla="*/ 1645920 w 12703556"/>
              <a:gd name="connsiteY3" fmla="*/ 10296144 h 10296144"/>
              <a:gd name="connsiteX4" fmla="*/ 444754 w 12703556"/>
              <a:gd name="connsiteY4" fmla="*/ 10021824 h 10296144"/>
              <a:gd name="connsiteX5" fmla="*/ 0 w 12703556"/>
              <a:gd name="connsiteY5" fmla="*/ 8814816 h 10296144"/>
              <a:gd name="connsiteX6" fmla="*/ 42418 w 12703556"/>
              <a:gd name="connsiteY6" fmla="*/ 0 h 10296144"/>
              <a:gd name="connsiteX0" fmla="*/ 69850 w 12730988"/>
              <a:gd name="connsiteY0" fmla="*/ 0 h 10346356"/>
              <a:gd name="connsiteX1" fmla="*/ 12730988 w 12730988"/>
              <a:gd name="connsiteY1" fmla="*/ 0 h 10346356"/>
              <a:gd name="connsiteX2" fmla="*/ 12730988 w 12730988"/>
              <a:gd name="connsiteY2" fmla="*/ 10296144 h 10346356"/>
              <a:gd name="connsiteX3" fmla="*/ 1673352 w 12730988"/>
              <a:gd name="connsiteY3" fmla="*/ 10296144 h 10346356"/>
              <a:gd name="connsiteX4" fmla="*/ 472186 w 12730988"/>
              <a:gd name="connsiteY4" fmla="*/ 10021824 h 10346356"/>
              <a:gd name="connsiteX5" fmla="*/ 0 w 12730988"/>
              <a:gd name="connsiteY5" fmla="*/ 7306056 h 10346356"/>
              <a:gd name="connsiteX6" fmla="*/ 69850 w 12730988"/>
              <a:gd name="connsiteY6" fmla="*/ 0 h 10346356"/>
              <a:gd name="connsiteX0" fmla="*/ 93390 w 12754528"/>
              <a:gd name="connsiteY0" fmla="*/ 0 h 10340937"/>
              <a:gd name="connsiteX1" fmla="*/ 12754528 w 12754528"/>
              <a:gd name="connsiteY1" fmla="*/ 0 h 10340937"/>
              <a:gd name="connsiteX2" fmla="*/ 12754528 w 12754528"/>
              <a:gd name="connsiteY2" fmla="*/ 10296144 h 10340937"/>
              <a:gd name="connsiteX3" fmla="*/ 3955460 w 12754528"/>
              <a:gd name="connsiteY3" fmla="*/ 10287000 h 10340937"/>
              <a:gd name="connsiteX4" fmla="*/ 495726 w 12754528"/>
              <a:gd name="connsiteY4" fmla="*/ 10021824 h 10340937"/>
              <a:gd name="connsiteX5" fmla="*/ 23540 w 12754528"/>
              <a:gd name="connsiteY5" fmla="*/ 7306056 h 10340937"/>
              <a:gd name="connsiteX6" fmla="*/ 93390 w 12754528"/>
              <a:gd name="connsiteY6" fmla="*/ 0 h 10340937"/>
              <a:gd name="connsiteX0" fmla="*/ 69850 w 12730988"/>
              <a:gd name="connsiteY0" fmla="*/ 0 h 10296144"/>
              <a:gd name="connsiteX1" fmla="*/ 12730988 w 12730988"/>
              <a:gd name="connsiteY1" fmla="*/ 0 h 10296144"/>
              <a:gd name="connsiteX2" fmla="*/ 12730988 w 12730988"/>
              <a:gd name="connsiteY2" fmla="*/ 10296144 h 10296144"/>
              <a:gd name="connsiteX3" fmla="*/ 3931920 w 12730988"/>
              <a:gd name="connsiteY3" fmla="*/ 10287000 h 10296144"/>
              <a:gd name="connsiteX4" fmla="*/ 737362 w 12730988"/>
              <a:gd name="connsiteY4" fmla="*/ 9848088 h 10296144"/>
              <a:gd name="connsiteX5" fmla="*/ 0 w 12730988"/>
              <a:gd name="connsiteY5" fmla="*/ 7306056 h 10296144"/>
              <a:gd name="connsiteX6" fmla="*/ 69850 w 12730988"/>
              <a:gd name="connsiteY6" fmla="*/ 0 h 10296144"/>
              <a:gd name="connsiteX0" fmla="*/ 69850 w 12730988"/>
              <a:gd name="connsiteY0" fmla="*/ 0 h 10312880"/>
              <a:gd name="connsiteX1" fmla="*/ 12730988 w 12730988"/>
              <a:gd name="connsiteY1" fmla="*/ 0 h 10312880"/>
              <a:gd name="connsiteX2" fmla="*/ 12730988 w 12730988"/>
              <a:gd name="connsiteY2" fmla="*/ 10296144 h 10312880"/>
              <a:gd name="connsiteX3" fmla="*/ 3931920 w 12730988"/>
              <a:gd name="connsiteY3" fmla="*/ 10287000 h 10312880"/>
              <a:gd name="connsiteX4" fmla="*/ 737362 w 12730988"/>
              <a:gd name="connsiteY4" fmla="*/ 9848088 h 10312880"/>
              <a:gd name="connsiteX5" fmla="*/ 0 w 12730988"/>
              <a:gd name="connsiteY5" fmla="*/ 7306056 h 10312880"/>
              <a:gd name="connsiteX6" fmla="*/ 69850 w 12730988"/>
              <a:gd name="connsiteY6" fmla="*/ 0 h 10312880"/>
              <a:gd name="connsiteX0" fmla="*/ 69850 w 12730988"/>
              <a:gd name="connsiteY0" fmla="*/ 0 h 10315822"/>
              <a:gd name="connsiteX1" fmla="*/ 12730988 w 12730988"/>
              <a:gd name="connsiteY1" fmla="*/ 0 h 10315822"/>
              <a:gd name="connsiteX2" fmla="*/ 12730988 w 12730988"/>
              <a:gd name="connsiteY2" fmla="*/ 10296144 h 10315822"/>
              <a:gd name="connsiteX3" fmla="*/ 3931920 w 12730988"/>
              <a:gd name="connsiteY3" fmla="*/ 10287000 h 10315822"/>
              <a:gd name="connsiteX4" fmla="*/ 682498 w 12730988"/>
              <a:gd name="connsiteY4" fmla="*/ 9857232 h 10315822"/>
              <a:gd name="connsiteX5" fmla="*/ 0 w 12730988"/>
              <a:gd name="connsiteY5" fmla="*/ 7306056 h 10315822"/>
              <a:gd name="connsiteX6" fmla="*/ 69850 w 12730988"/>
              <a:gd name="connsiteY6" fmla="*/ 0 h 10315822"/>
              <a:gd name="connsiteX0" fmla="*/ 24142 w 12685280"/>
              <a:gd name="connsiteY0" fmla="*/ 0 h 10296144"/>
              <a:gd name="connsiteX1" fmla="*/ 12685280 w 12685280"/>
              <a:gd name="connsiteY1" fmla="*/ 0 h 10296144"/>
              <a:gd name="connsiteX2" fmla="*/ 12685280 w 12685280"/>
              <a:gd name="connsiteY2" fmla="*/ 10296144 h 10296144"/>
              <a:gd name="connsiteX3" fmla="*/ 3886212 w 12685280"/>
              <a:gd name="connsiteY3" fmla="*/ 10287000 h 10296144"/>
              <a:gd name="connsiteX4" fmla="*/ 636790 w 12685280"/>
              <a:gd name="connsiteY4" fmla="*/ 9857232 h 10296144"/>
              <a:gd name="connsiteX5" fmla="*/ 12 w 12685280"/>
              <a:gd name="connsiteY5" fmla="*/ 7342632 h 10296144"/>
              <a:gd name="connsiteX6" fmla="*/ 24142 w 12685280"/>
              <a:gd name="connsiteY6" fmla="*/ 0 h 10296144"/>
              <a:gd name="connsiteX0" fmla="*/ 26098 w 12687236"/>
              <a:gd name="connsiteY0" fmla="*/ 0 h 10296144"/>
              <a:gd name="connsiteX1" fmla="*/ 12687236 w 12687236"/>
              <a:gd name="connsiteY1" fmla="*/ 0 h 10296144"/>
              <a:gd name="connsiteX2" fmla="*/ 12687236 w 12687236"/>
              <a:gd name="connsiteY2" fmla="*/ 10296144 h 10296144"/>
              <a:gd name="connsiteX3" fmla="*/ 3888168 w 12687236"/>
              <a:gd name="connsiteY3" fmla="*/ 10287000 h 10296144"/>
              <a:gd name="connsiteX4" fmla="*/ 638746 w 12687236"/>
              <a:gd name="connsiteY4" fmla="*/ 9857232 h 10296144"/>
              <a:gd name="connsiteX5" fmla="*/ 1968 w 12687236"/>
              <a:gd name="connsiteY5" fmla="*/ 7342632 h 10296144"/>
              <a:gd name="connsiteX6" fmla="*/ 26098 w 12687236"/>
              <a:gd name="connsiteY6" fmla="*/ 0 h 10296144"/>
              <a:gd name="connsiteX0" fmla="*/ 26098 w 12687236"/>
              <a:gd name="connsiteY0" fmla="*/ 0 h 10319264"/>
              <a:gd name="connsiteX1" fmla="*/ 12687236 w 12687236"/>
              <a:gd name="connsiteY1" fmla="*/ 0 h 10319264"/>
              <a:gd name="connsiteX2" fmla="*/ 12687236 w 12687236"/>
              <a:gd name="connsiteY2" fmla="*/ 10296144 h 10319264"/>
              <a:gd name="connsiteX3" fmla="*/ 3881818 w 12687236"/>
              <a:gd name="connsiteY3" fmla="*/ 10318750 h 10319264"/>
              <a:gd name="connsiteX4" fmla="*/ 638746 w 12687236"/>
              <a:gd name="connsiteY4" fmla="*/ 9857232 h 10319264"/>
              <a:gd name="connsiteX5" fmla="*/ 1968 w 12687236"/>
              <a:gd name="connsiteY5" fmla="*/ 7342632 h 10319264"/>
              <a:gd name="connsiteX6" fmla="*/ 26098 w 12687236"/>
              <a:gd name="connsiteY6" fmla="*/ 0 h 10319264"/>
              <a:gd name="connsiteX0" fmla="*/ 26098 w 12687236"/>
              <a:gd name="connsiteY0" fmla="*/ 0 h 10319264"/>
              <a:gd name="connsiteX1" fmla="*/ 12687236 w 12687236"/>
              <a:gd name="connsiteY1" fmla="*/ 0 h 10319264"/>
              <a:gd name="connsiteX2" fmla="*/ 12687236 w 12687236"/>
              <a:gd name="connsiteY2" fmla="*/ 10296144 h 10319264"/>
              <a:gd name="connsiteX3" fmla="*/ 3881818 w 12687236"/>
              <a:gd name="connsiteY3" fmla="*/ 10318750 h 10319264"/>
              <a:gd name="connsiteX4" fmla="*/ 638746 w 12687236"/>
              <a:gd name="connsiteY4" fmla="*/ 9857232 h 10319264"/>
              <a:gd name="connsiteX5" fmla="*/ 1968 w 12687236"/>
              <a:gd name="connsiteY5" fmla="*/ 7342632 h 10319264"/>
              <a:gd name="connsiteX6" fmla="*/ 26098 w 12687236"/>
              <a:gd name="connsiteY6" fmla="*/ 0 h 10319264"/>
              <a:gd name="connsiteX0" fmla="*/ 26098 w 12687236"/>
              <a:gd name="connsiteY0" fmla="*/ 0 h 10320841"/>
              <a:gd name="connsiteX1" fmla="*/ 12687236 w 12687236"/>
              <a:gd name="connsiteY1" fmla="*/ 0 h 10320841"/>
              <a:gd name="connsiteX2" fmla="*/ 12687236 w 12687236"/>
              <a:gd name="connsiteY2" fmla="*/ 10296144 h 10320841"/>
              <a:gd name="connsiteX3" fmla="*/ 3881818 w 12687236"/>
              <a:gd name="connsiteY3" fmla="*/ 10318750 h 10320841"/>
              <a:gd name="connsiteX4" fmla="*/ 638746 w 12687236"/>
              <a:gd name="connsiteY4" fmla="*/ 9857232 h 10320841"/>
              <a:gd name="connsiteX5" fmla="*/ 1968 w 12687236"/>
              <a:gd name="connsiteY5" fmla="*/ 7342632 h 10320841"/>
              <a:gd name="connsiteX6" fmla="*/ 26098 w 12687236"/>
              <a:gd name="connsiteY6" fmla="*/ 0 h 10320841"/>
              <a:gd name="connsiteX0" fmla="*/ 26098 w 12687236"/>
              <a:gd name="connsiteY0" fmla="*/ 0 h 10357686"/>
              <a:gd name="connsiteX1" fmla="*/ 12687236 w 12687236"/>
              <a:gd name="connsiteY1" fmla="*/ 0 h 10357686"/>
              <a:gd name="connsiteX2" fmla="*/ 12687236 w 12687236"/>
              <a:gd name="connsiteY2" fmla="*/ 10296144 h 10357686"/>
              <a:gd name="connsiteX3" fmla="*/ 3881818 w 12687236"/>
              <a:gd name="connsiteY3" fmla="*/ 10318750 h 10357686"/>
              <a:gd name="connsiteX4" fmla="*/ 638746 w 12687236"/>
              <a:gd name="connsiteY4" fmla="*/ 9857232 h 10357686"/>
              <a:gd name="connsiteX5" fmla="*/ 1968 w 12687236"/>
              <a:gd name="connsiteY5" fmla="*/ 7342632 h 10357686"/>
              <a:gd name="connsiteX6" fmla="*/ 26098 w 12687236"/>
              <a:gd name="connsiteY6" fmla="*/ 0 h 10357686"/>
              <a:gd name="connsiteX0" fmla="*/ 26098 w 12687236"/>
              <a:gd name="connsiteY0" fmla="*/ 0 h 10325345"/>
              <a:gd name="connsiteX1" fmla="*/ 12687236 w 12687236"/>
              <a:gd name="connsiteY1" fmla="*/ 0 h 10325345"/>
              <a:gd name="connsiteX2" fmla="*/ 12687236 w 12687236"/>
              <a:gd name="connsiteY2" fmla="*/ 10296144 h 10325345"/>
              <a:gd name="connsiteX3" fmla="*/ 3881818 w 12687236"/>
              <a:gd name="connsiteY3" fmla="*/ 10318750 h 10325345"/>
              <a:gd name="connsiteX4" fmla="*/ 638746 w 12687236"/>
              <a:gd name="connsiteY4" fmla="*/ 9857232 h 10325345"/>
              <a:gd name="connsiteX5" fmla="*/ 1968 w 12687236"/>
              <a:gd name="connsiteY5" fmla="*/ 7342632 h 10325345"/>
              <a:gd name="connsiteX6" fmla="*/ 26098 w 12687236"/>
              <a:gd name="connsiteY6" fmla="*/ 0 h 10325345"/>
              <a:gd name="connsiteX0" fmla="*/ 38242 w 12699380"/>
              <a:gd name="connsiteY0" fmla="*/ 0 h 10321842"/>
              <a:gd name="connsiteX1" fmla="*/ 12699380 w 12699380"/>
              <a:gd name="connsiteY1" fmla="*/ 0 h 10321842"/>
              <a:gd name="connsiteX2" fmla="*/ 12699380 w 12699380"/>
              <a:gd name="connsiteY2" fmla="*/ 10296144 h 10321842"/>
              <a:gd name="connsiteX3" fmla="*/ 3893962 w 12699380"/>
              <a:gd name="connsiteY3" fmla="*/ 10318750 h 10321842"/>
              <a:gd name="connsiteX4" fmla="*/ 650890 w 12699380"/>
              <a:gd name="connsiteY4" fmla="*/ 9857232 h 10321842"/>
              <a:gd name="connsiteX5" fmla="*/ 1412 w 12699380"/>
              <a:gd name="connsiteY5" fmla="*/ 7126732 h 10321842"/>
              <a:gd name="connsiteX6" fmla="*/ 38242 w 12699380"/>
              <a:gd name="connsiteY6" fmla="*/ 0 h 10321842"/>
              <a:gd name="connsiteX0" fmla="*/ 50630 w 12711768"/>
              <a:gd name="connsiteY0" fmla="*/ 0 h 10320415"/>
              <a:gd name="connsiteX1" fmla="*/ 12711768 w 12711768"/>
              <a:gd name="connsiteY1" fmla="*/ 0 h 10320415"/>
              <a:gd name="connsiteX2" fmla="*/ 12711768 w 12711768"/>
              <a:gd name="connsiteY2" fmla="*/ 10296144 h 10320415"/>
              <a:gd name="connsiteX3" fmla="*/ 3906350 w 12711768"/>
              <a:gd name="connsiteY3" fmla="*/ 10318750 h 10320415"/>
              <a:gd name="connsiteX4" fmla="*/ 663278 w 12711768"/>
              <a:gd name="connsiteY4" fmla="*/ 9857232 h 10320415"/>
              <a:gd name="connsiteX5" fmla="*/ 1100 w 12711768"/>
              <a:gd name="connsiteY5" fmla="*/ 7221982 h 10320415"/>
              <a:gd name="connsiteX6" fmla="*/ 50630 w 12711768"/>
              <a:gd name="connsiteY6" fmla="*/ 0 h 10320415"/>
              <a:gd name="connsiteX0" fmla="*/ 56870 w 12718008"/>
              <a:gd name="connsiteY0" fmla="*/ 0 h 10319307"/>
              <a:gd name="connsiteX1" fmla="*/ 12718008 w 12718008"/>
              <a:gd name="connsiteY1" fmla="*/ 0 h 10319307"/>
              <a:gd name="connsiteX2" fmla="*/ 12718008 w 12718008"/>
              <a:gd name="connsiteY2" fmla="*/ 10296144 h 10319307"/>
              <a:gd name="connsiteX3" fmla="*/ 3912590 w 12718008"/>
              <a:gd name="connsiteY3" fmla="*/ 10318750 h 10319307"/>
              <a:gd name="connsiteX4" fmla="*/ 669518 w 12718008"/>
              <a:gd name="connsiteY4" fmla="*/ 9857232 h 10319307"/>
              <a:gd name="connsiteX5" fmla="*/ 990 w 12718008"/>
              <a:gd name="connsiteY5" fmla="*/ 7336282 h 10319307"/>
              <a:gd name="connsiteX6" fmla="*/ 56870 w 12718008"/>
              <a:gd name="connsiteY6" fmla="*/ 0 h 10319307"/>
              <a:gd name="connsiteX0" fmla="*/ 55992 w 12717130"/>
              <a:gd name="connsiteY0" fmla="*/ 0 h 10319307"/>
              <a:gd name="connsiteX1" fmla="*/ 12717130 w 12717130"/>
              <a:gd name="connsiteY1" fmla="*/ 0 h 10319307"/>
              <a:gd name="connsiteX2" fmla="*/ 12717130 w 12717130"/>
              <a:gd name="connsiteY2" fmla="*/ 10296144 h 10319307"/>
              <a:gd name="connsiteX3" fmla="*/ 3911712 w 12717130"/>
              <a:gd name="connsiteY3" fmla="*/ 10318750 h 10319307"/>
              <a:gd name="connsiteX4" fmla="*/ 668640 w 12717130"/>
              <a:gd name="connsiteY4" fmla="*/ 9857232 h 10319307"/>
              <a:gd name="connsiteX5" fmla="*/ 112 w 12717130"/>
              <a:gd name="connsiteY5" fmla="*/ 7336282 h 10319307"/>
              <a:gd name="connsiteX6" fmla="*/ 55992 w 12717130"/>
              <a:gd name="connsiteY6" fmla="*/ 0 h 10319307"/>
              <a:gd name="connsiteX0" fmla="*/ 43327 w 12704465"/>
              <a:gd name="connsiteY0" fmla="*/ 0 h 10319660"/>
              <a:gd name="connsiteX1" fmla="*/ 12704465 w 12704465"/>
              <a:gd name="connsiteY1" fmla="*/ 0 h 10319660"/>
              <a:gd name="connsiteX2" fmla="*/ 12704465 w 12704465"/>
              <a:gd name="connsiteY2" fmla="*/ 10296144 h 10319660"/>
              <a:gd name="connsiteX3" fmla="*/ 3899047 w 12704465"/>
              <a:gd name="connsiteY3" fmla="*/ 10318750 h 10319660"/>
              <a:gd name="connsiteX4" fmla="*/ 655975 w 12704465"/>
              <a:gd name="connsiteY4" fmla="*/ 9857232 h 10319660"/>
              <a:gd name="connsiteX5" fmla="*/ 147 w 12704465"/>
              <a:gd name="connsiteY5" fmla="*/ 7291832 h 10319660"/>
              <a:gd name="connsiteX6" fmla="*/ 43327 w 12704465"/>
              <a:gd name="connsiteY6" fmla="*/ 0 h 10319660"/>
              <a:gd name="connsiteX0" fmla="*/ 48833 w 12709971"/>
              <a:gd name="connsiteY0" fmla="*/ 0 h 10319660"/>
              <a:gd name="connsiteX1" fmla="*/ 12709971 w 12709971"/>
              <a:gd name="connsiteY1" fmla="*/ 0 h 10319660"/>
              <a:gd name="connsiteX2" fmla="*/ 12709971 w 12709971"/>
              <a:gd name="connsiteY2" fmla="*/ 10296144 h 10319660"/>
              <a:gd name="connsiteX3" fmla="*/ 3904553 w 12709971"/>
              <a:gd name="connsiteY3" fmla="*/ 10318750 h 10319660"/>
              <a:gd name="connsiteX4" fmla="*/ 661481 w 12709971"/>
              <a:gd name="connsiteY4" fmla="*/ 9857232 h 10319660"/>
              <a:gd name="connsiteX5" fmla="*/ 5653 w 12709971"/>
              <a:gd name="connsiteY5" fmla="*/ 7291832 h 10319660"/>
              <a:gd name="connsiteX6" fmla="*/ 48833 w 12709971"/>
              <a:gd name="connsiteY6" fmla="*/ 0 h 10319660"/>
              <a:gd name="connsiteX0" fmla="*/ 47927 w 12709065"/>
              <a:gd name="connsiteY0" fmla="*/ 0 h 10320373"/>
              <a:gd name="connsiteX1" fmla="*/ 12709065 w 12709065"/>
              <a:gd name="connsiteY1" fmla="*/ 0 h 10320373"/>
              <a:gd name="connsiteX2" fmla="*/ 12709065 w 12709065"/>
              <a:gd name="connsiteY2" fmla="*/ 10296144 h 10320373"/>
              <a:gd name="connsiteX3" fmla="*/ 3903647 w 12709065"/>
              <a:gd name="connsiteY3" fmla="*/ 10318750 h 10320373"/>
              <a:gd name="connsiteX4" fmla="*/ 660575 w 12709065"/>
              <a:gd name="connsiteY4" fmla="*/ 9857232 h 10320373"/>
              <a:gd name="connsiteX5" fmla="*/ 4747 w 12709065"/>
              <a:gd name="connsiteY5" fmla="*/ 7291832 h 10320373"/>
              <a:gd name="connsiteX6" fmla="*/ 47927 w 12709065"/>
              <a:gd name="connsiteY6" fmla="*/ 0 h 10320373"/>
              <a:gd name="connsiteX0" fmla="*/ 49627 w 12710765"/>
              <a:gd name="connsiteY0" fmla="*/ 0 h 10324956"/>
              <a:gd name="connsiteX1" fmla="*/ 12710765 w 12710765"/>
              <a:gd name="connsiteY1" fmla="*/ 0 h 10324956"/>
              <a:gd name="connsiteX2" fmla="*/ 12710765 w 12710765"/>
              <a:gd name="connsiteY2" fmla="*/ 10296144 h 10324956"/>
              <a:gd name="connsiteX3" fmla="*/ 3999558 w 12710765"/>
              <a:gd name="connsiteY3" fmla="*/ 10324291 h 10324956"/>
              <a:gd name="connsiteX4" fmla="*/ 662275 w 12710765"/>
              <a:gd name="connsiteY4" fmla="*/ 9857232 h 10324956"/>
              <a:gd name="connsiteX5" fmla="*/ 6447 w 12710765"/>
              <a:gd name="connsiteY5" fmla="*/ 7291832 h 10324956"/>
              <a:gd name="connsiteX6" fmla="*/ 49627 w 12710765"/>
              <a:gd name="connsiteY6" fmla="*/ 0 h 10324956"/>
              <a:gd name="connsiteX0" fmla="*/ 60198 w 12721336"/>
              <a:gd name="connsiteY0" fmla="*/ 0 h 10326025"/>
              <a:gd name="connsiteX1" fmla="*/ 12721336 w 12721336"/>
              <a:gd name="connsiteY1" fmla="*/ 0 h 10326025"/>
              <a:gd name="connsiteX2" fmla="*/ 12721336 w 12721336"/>
              <a:gd name="connsiteY2" fmla="*/ 10296144 h 10326025"/>
              <a:gd name="connsiteX3" fmla="*/ 4010129 w 12721336"/>
              <a:gd name="connsiteY3" fmla="*/ 10324291 h 10326025"/>
              <a:gd name="connsiteX4" fmla="*/ 672846 w 12721336"/>
              <a:gd name="connsiteY4" fmla="*/ 9857232 h 10326025"/>
              <a:gd name="connsiteX5" fmla="*/ 5934 w 12721336"/>
              <a:gd name="connsiteY5" fmla="*/ 7186538 h 10326025"/>
              <a:gd name="connsiteX6" fmla="*/ 60198 w 12721336"/>
              <a:gd name="connsiteY6" fmla="*/ 0 h 10326025"/>
              <a:gd name="connsiteX0" fmla="*/ 39121 w 12700259"/>
              <a:gd name="connsiteY0" fmla="*/ 0 h 10326244"/>
              <a:gd name="connsiteX1" fmla="*/ 12700259 w 12700259"/>
              <a:gd name="connsiteY1" fmla="*/ 0 h 10326244"/>
              <a:gd name="connsiteX2" fmla="*/ 12700259 w 12700259"/>
              <a:gd name="connsiteY2" fmla="*/ 10296144 h 10326244"/>
              <a:gd name="connsiteX3" fmla="*/ 3989052 w 12700259"/>
              <a:gd name="connsiteY3" fmla="*/ 10324291 h 10326244"/>
              <a:gd name="connsiteX4" fmla="*/ 651769 w 12700259"/>
              <a:gd name="connsiteY4" fmla="*/ 9857232 h 10326244"/>
              <a:gd name="connsiteX5" fmla="*/ 7025 w 12700259"/>
              <a:gd name="connsiteY5" fmla="*/ 7169913 h 10326244"/>
              <a:gd name="connsiteX6" fmla="*/ 39121 w 12700259"/>
              <a:gd name="connsiteY6" fmla="*/ 0 h 10326244"/>
              <a:gd name="connsiteX0" fmla="*/ 56185 w 12739491"/>
              <a:gd name="connsiteY0" fmla="*/ 5542 h 10326244"/>
              <a:gd name="connsiteX1" fmla="*/ 12739491 w 12739491"/>
              <a:gd name="connsiteY1" fmla="*/ 0 h 10326244"/>
              <a:gd name="connsiteX2" fmla="*/ 12739491 w 12739491"/>
              <a:gd name="connsiteY2" fmla="*/ 10296144 h 10326244"/>
              <a:gd name="connsiteX3" fmla="*/ 4028284 w 12739491"/>
              <a:gd name="connsiteY3" fmla="*/ 10324291 h 10326244"/>
              <a:gd name="connsiteX4" fmla="*/ 691001 w 12739491"/>
              <a:gd name="connsiteY4" fmla="*/ 9857232 h 10326244"/>
              <a:gd name="connsiteX5" fmla="*/ 46257 w 12739491"/>
              <a:gd name="connsiteY5" fmla="*/ 7169913 h 10326244"/>
              <a:gd name="connsiteX6" fmla="*/ 56185 w 12739491"/>
              <a:gd name="connsiteY6" fmla="*/ 5542 h 10326244"/>
              <a:gd name="connsiteX0" fmla="*/ 19304 w 12702610"/>
              <a:gd name="connsiteY0" fmla="*/ 5542 h 10326244"/>
              <a:gd name="connsiteX1" fmla="*/ 12702610 w 12702610"/>
              <a:gd name="connsiteY1" fmla="*/ 0 h 10326244"/>
              <a:gd name="connsiteX2" fmla="*/ 12702610 w 12702610"/>
              <a:gd name="connsiteY2" fmla="*/ 10296144 h 10326244"/>
              <a:gd name="connsiteX3" fmla="*/ 3991403 w 12702610"/>
              <a:gd name="connsiteY3" fmla="*/ 10324291 h 10326244"/>
              <a:gd name="connsiteX4" fmla="*/ 654120 w 12702610"/>
              <a:gd name="connsiteY4" fmla="*/ 9857232 h 10326244"/>
              <a:gd name="connsiteX5" fmla="*/ 9376 w 12702610"/>
              <a:gd name="connsiteY5" fmla="*/ 7169913 h 10326244"/>
              <a:gd name="connsiteX6" fmla="*/ 19304 w 12702610"/>
              <a:gd name="connsiteY6" fmla="*/ 5542 h 10326244"/>
              <a:gd name="connsiteX0" fmla="*/ 12483 w 12695789"/>
              <a:gd name="connsiteY0" fmla="*/ 5542 h 10326244"/>
              <a:gd name="connsiteX1" fmla="*/ 12695789 w 12695789"/>
              <a:gd name="connsiteY1" fmla="*/ 0 h 10326244"/>
              <a:gd name="connsiteX2" fmla="*/ 12695789 w 12695789"/>
              <a:gd name="connsiteY2" fmla="*/ 10296144 h 10326244"/>
              <a:gd name="connsiteX3" fmla="*/ 3984582 w 12695789"/>
              <a:gd name="connsiteY3" fmla="*/ 10324291 h 10326244"/>
              <a:gd name="connsiteX4" fmla="*/ 647299 w 12695789"/>
              <a:gd name="connsiteY4" fmla="*/ 9857232 h 10326244"/>
              <a:gd name="connsiteX5" fmla="*/ 2555 w 12695789"/>
              <a:gd name="connsiteY5" fmla="*/ 7169913 h 10326244"/>
              <a:gd name="connsiteX6" fmla="*/ 12483 w 12695789"/>
              <a:gd name="connsiteY6" fmla="*/ 5542 h 10326244"/>
              <a:gd name="connsiteX0" fmla="*/ 10991 w 12694297"/>
              <a:gd name="connsiteY0" fmla="*/ 5542 h 10325135"/>
              <a:gd name="connsiteX1" fmla="*/ 12694297 w 12694297"/>
              <a:gd name="connsiteY1" fmla="*/ 0 h 10325135"/>
              <a:gd name="connsiteX2" fmla="*/ 12694297 w 12694297"/>
              <a:gd name="connsiteY2" fmla="*/ 10296144 h 10325135"/>
              <a:gd name="connsiteX3" fmla="*/ 3983090 w 12694297"/>
              <a:gd name="connsiteY3" fmla="*/ 10324291 h 10325135"/>
              <a:gd name="connsiteX4" fmla="*/ 645807 w 12694297"/>
              <a:gd name="connsiteY4" fmla="*/ 9857232 h 10325135"/>
              <a:gd name="connsiteX5" fmla="*/ 1063 w 12694297"/>
              <a:gd name="connsiteY5" fmla="*/ 7169913 h 10325135"/>
              <a:gd name="connsiteX6" fmla="*/ 10991 w 12694297"/>
              <a:gd name="connsiteY6" fmla="*/ 5542 h 10325135"/>
              <a:gd name="connsiteX0" fmla="*/ 12965 w 12696271"/>
              <a:gd name="connsiteY0" fmla="*/ 5542 h 10335341"/>
              <a:gd name="connsiteX1" fmla="*/ 12696271 w 12696271"/>
              <a:gd name="connsiteY1" fmla="*/ 0 h 10335341"/>
              <a:gd name="connsiteX2" fmla="*/ 12696271 w 12696271"/>
              <a:gd name="connsiteY2" fmla="*/ 10296144 h 10335341"/>
              <a:gd name="connsiteX3" fmla="*/ 3985064 w 12696271"/>
              <a:gd name="connsiteY3" fmla="*/ 10324291 h 10335341"/>
              <a:gd name="connsiteX4" fmla="*/ 647781 w 12696271"/>
              <a:gd name="connsiteY4" fmla="*/ 9857232 h 10335341"/>
              <a:gd name="connsiteX5" fmla="*/ 3037 w 12696271"/>
              <a:gd name="connsiteY5" fmla="*/ 7169913 h 10335341"/>
              <a:gd name="connsiteX6" fmla="*/ 12965 w 12696271"/>
              <a:gd name="connsiteY6" fmla="*/ 5542 h 10335341"/>
              <a:gd name="connsiteX0" fmla="*/ 12276 w 12695582"/>
              <a:gd name="connsiteY0" fmla="*/ 5542 h 10328487"/>
              <a:gd name="connsiteX1" fmla="*/ 12695582 w 12695582"/>
              <a:gd name="connsiteY1" fmla="*/ 0 h 10328487"/>
              <a:gd name="connsiteX2" fmla="*/ 12695582 w 12695582"/>
              <a:gd name="connsiteY2" fmla="*/ 10296144 h 10328487"/>
              <a:gd name="connsiteX3" fmla="*/ 3984375 w 12695582"/>
              <a:gd name="connsiteY3" fmla="*/ 10324291 h 10328487"/>
              <a:gd name="connsiteX4" fmla="*/ 647092 w 12695582"/>
              <a:gd name="connsiteY4" fmla="*/ 9857232 h 10328487"/>
              <a:gd name="connsiteX5" fmla="*/ 2348 w 12695582"/>
              <a:gd name="connsiteY5" fmla="*/ 7169913 h 10328487"/>
              <a:gd name="connsiteX6" fmla="*/ 12276 w 12695582"/>
              <a:gd name="connsiteY6" fmla="*/ 5542 h 10328487"/>
              <a:gd name="connsiteX0" fmla="*/ 12276 w 12695582"/>
              <a:gd name="connsiteY0" fmla="*/ 5542 h 10362575"/>
              <a:gd name="connsiteX1" fmla="*/ 12695582 w 12695582"/>
              <a:gd name="connsiteY1" fmla="*/ 0 h 10362575"/>
              <a:gd name="connsiteX2" fmla="*/ 12695582 w 12695582"/>
              <a:gd name="connsiteY2" fmla="*/ 10296144 h 10362575"/>
              <a:gd name="connsiteX3" fmla="*/ 3975182 w 12695582"/>
              <a:gd name="connsiteY3" fmla="*/ 10361766 h 10362575"/>
              <a:gd name="connsiteX4" fmla="*/ 647092 w 12695582"/>
              <a:gd name="connsiteY4" fmla="*/ 9857232 h 10362575"/>
              <a:gd name="connsiteX5" fmla="*/ 2348 w 12695582"/>
              <a:gd name="connsiteY5" fmla="*/ 7169913 h 10362575"/>
              <a:gd name="connsiteX6" fmla="*/ 12276 w 12695582"/>
              <a:gd name="connsiteY6" fmla="*/ 5542 h 10362575"/>
              <a:gd name="connsiteX0" fmla="*/ 12276 w 12695582"/>
              <a:gd name="connsiteY0" fmla="*/ 5542 h 10363599"/>
              <a:gd name="connsiteX1" fmla="*/ 12695582 w 12695582"/>
              <a:gd name="connsiteY1" fmla="*/ 0 h 10363599"/>
              <a:gd name="connsiteX2" fmla="*/ 12686389 w 12695582"/>
              <a:gd name="connsiteY2" fmla="*/ 10363599 h 10363599"/>
              <a:gd name="connsiteX3" fmla="*/ 3975182 w 12695582"/>
              <a:gd name="connsiteY3" fmla="*/ 10361766 h 10363599"/>
              <a:gd name="connsiteX4" fmla="*/ 647092 w 12695582"/>
              <a:gd name="connsiteY4" fmla="*/ 9857232 h 10363599"/>
              <a:gd name="connsiteX5" fmla="*/ 2348 w 12695582"/>
              <a:gd name="connsiteY5" fmla="*/ 7169913 h 10363599"/>
              <a:gd name="connsiteX6" fmla="*/ 12276 w 12695582"/>
              <a:gd name="connsiteY6" fmla="*/ 5542 h 10363599"/>
              <a:gd name="connsiteX0" fmla="*/ 52782 w 12736088"/>
              <a:gd name="connsiteY0" fmla="*/ 5542 h 10364238"/>
              <a:gd name="connsiteX1" fmla="*/ 12736088 w 12736088"/>
              <a:gd name="connsiteY1" fmla="*/ 0 h 10364238"/>
              <a:gd name="connsiteX2" fmla="*/ 12726895 w 12736088"/>
              <a:gd name="connsiteY2" fmla="*/ 10363599 h 10364238"/>
              <a:gd name="connsiteX3" fmla="*/ 4015688 w 12736088"/>
              <a:gd name="connsiteY3" fmla="*/ 10361766 h 10364238"/>
              <a:gd name="connsiteX4" fmla="*/ 641632 w 12736088"/>
              <a:gd name="connsiteY4" fmla="*/ 9879717 h 10364238"/>
              <a:gd name="connsiteX5" fmla="*/ 42854 w 12736088"/>
              <a:gd name="connsiteY5" fmla="*/ 7169913 h 10364238"/>
              <a:gd name="connsiteX6" fmla="*/ 52782 w 12736088"/>
              <a:gd name="connsiteY6" fmla="*/ 5542 h 10364238"/>
              <a:gd name="connsiteX0" fmla="*/ 12884 w 12770412"/>
              <a:gd name="connsiteY0" fmla="*/ 12266 h 10364238"/>
              <a:gd name="connsiteX1" fmla="*/ 12770412 w 12770412"/>
              <a:gd name="connsiteY1" fmla="*/ 0 h 10364238"/>
              <a:gd name="connsiteX2" fmla="*/ 12761219 w 12770412"/>
              <a:gd name="connsiteY2" fmla="*/ 10363599 h 10364238"/>
              <a:gd name="connsiteX3" fmla="*/ 4050012 w 12770412"/>
              <a:gd name="connsiteY3" fmla="*/ 10361766 h 10364238"/>
              <a:gd name="connsiteX4" fmla="*/ 675956 w 12770412"/>
              <a:gd name="connsiteY4" fmla="*/ 9879717 h 10364238"/>
              <a:gd name="connsiteX5" fmla="*/ 77178 w 12770412"/>
              <a:gd name="connsiteY5" fmla="*/ 7169913 h 10364238"/>
              <a:gd name="connsiteX6" fmla="*/ 12884 w 12770412"/>
              <a:gd name="connsiteY6" fmla="*/ 12266 h 10364238"/>
              <a:gd name="connsiteX0" fmla="*/ 10162 w 12775936"/>
              <a:gd name="connsiteY0" fmla="*/ 5543 h 10364238"/>
              <a:gd name="connsiteX1" fmla="*/ 12775936 w 12775936"/>
              <a:gd name="connsiteY1" fmla="*/ 0 h 10364238"/>
              <a:gd name="connsiteX2" fmla="*/ 12766743 w 12775936"/>
              <a:gd name="connsiteY2" fmla="*/ 10363599 h 10364238"/>
              <a:gd name="connsiteX3" fmla="*/ 4055536 w 12775936"/>
              <a:gd name="connsiteY3" fmla="*/ 10361766 h 10364238"/>
              <a:gd name="connsiteX4" fmla="*/ 681480 w 12775936"/>
              <a:gd name="connsiteY4" fmla="*/ 9879717 h 10364238"/>
              <a:gd name="connsiteX5" fmla="*/ 82702 w 12775936"/>
              <a:gd name="connsiteY5" fmla="*/ 7169913 h 10364238"/>
              <a:gd name="connsiteX6" fmla="*/ 10162 w 12775936"/>
              <a:gd name="connsiteY6" fmla="*/ 5543 h 10364238"/>
              <a:gd name="connsiteX0" fmla="*/ 46869 w 12812643"/>
              <a:gd name="connsiteY0" fmla="*/ 5543 h 10364238"/>
              <a:gd name="connsiteX1" fmla="*/ 12812643 w 12812643"/>
              <a:gd name="connsiteY1" fmla="*/ 0 h 10364238"/>
              <a:gd name="connsiteX2" fmla="*/ 12803450 w 12812643"/>
              <a:gd name="connsiteY2" fmla="*/ 10363599 h 10364238"/>
              <a:gd name="connsiteX3" fmla="*/ 4092243 w 12812643"/>
              <a:gd name="connsiteY3" fmla="*/ 10361766 h 10364238"/>
              <a:gd name="connsiteX4" fmla="*/ 718187 w 12812643"/>
              <a:gd name="connsiteY4" fmla="*/ 9879717 h 10364238"/>
              <a:gd name="connsiteX5" fmla="*/ 53435 w 12812643"/>
              <a:gd name="connsiteY5" fmla="*/ 7210254 h 10364238"/>
              <a:gd name="connsiteX6" fmla="*/ 46869 w 12812643"/>
              <a:gd name="connsiteY6" fmla="*/ 5543 h 10364238"/>
              <a:gd name="connsiteX0" fmla="*/ 3041 w 12768815"/>
              <a:gd name="connsiteY0" fmla="*/ 5543 h 10364238"/>
              <a:gd name="connsiteX1" fmla="*/ 12768815 w 12768815"/>
              <a:gd name="connsiteY1" fmla="*/ 0 h 10364238"/>
              <a:gd name="connsiteX2" fmla="*/ 12759622 w 12768815"/>
              <a:gd name="connsiteY2" fmla="*/ 10363599 h 10364238"/>
              <a:gd name="connsiteX3" fmla="*/ 4048415 w 12768815"/>
              <a:gd name="connsiteY3" fmla="*/ 10361766 h 10364238"/>
              <a:gd name="connsiteX4" fmla="*/ 674359 w 12768815"/>
              <a:gd name="connsiteY4" fmla="*/ 9879717 h 10364238"/>
              <a:gd name="connsiteX5" fmla="*/ 9607 w 12768815"/>
              <a:gd name="connsiteY5" fmla="*/ 7210254 h 10364238"/>
              <a:gd name="connsiteX6" fmla="*/ 3041 w 12768815"/>
              <a:gd name="connsiteY6" fmla="*/ 5543 h 10364238"/>
              <a:gd name="connsiteX0" fmla="*/ 3041 w 12768815"/>
              <a:gd name="connsiteY0" fmla="*/ 5543 h 10363599"/>
              <a:gd name="connsiteX1" fmla="*/ 12768815 w 12768815"/>
              <a:gd name="connsiteY1" fmla="*/ 0 h 10363599"/>
              <a:gd name="connsiteX2" fmla="*/ 12759622 w 12768815"/>
              <a:gd name="connsiteY2" fmla="*/ 10363599 h 10363599"/>
              <a:gd name="connsiteX3" fmla="*/ 4048415 w 12768815"/>
              <a:gd name="connsiteY3" fmla="*/ 10361766 h 10363599"/>
              <a:gd name="connsiteX4" fmla="*/ 674359 w 12768815"/>
              <a:gd name="connsiteY4" fmla="*/ 9879717 h 10363599"/>
              <a:gd name="connsiteX5" fmla="*/ 9607 w 12768815"/>
              <a:gd name="connsiteY5" fmla="*/ 7210254 h 10363599"/>
              <a:gd name="connsiteX6" fmla="*/ 3041 w 12768815"/>
              <a:gd name="connsiteY6" fmla="*/ 5543 h 10363599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401328"/>
              <a:gd name="connsiteX1" fmla="*/ 12809549 w 12809549"/>
              <a:gd name="connsiteY1" fmla="*/ 0 h 10401328"/>
              <a:gd name="connsiteX2" fmla="*/ 12800356 w 12809549"/>
              <a:gd name="connsiteY2" fmla="*/ 10363599 h 10401328"/>
              <a:gd name="connsiteX3" fmla="*/ 4089149 w 12809549"/>
              <a:gd name="connsiteY3" fmla="*/ 10361766 h 10401328"/>
              <a:gd name="connsiteX4" fmla="*/ 673109 w 12809549"/>
              <a:gd name="connsiteY4" fmla="*/ 9899276 h 10401328"/>
              <a:gd name="connsiteX5" fmla="*/ 50341 w 12809549"/>
              <a:gd name="connsiteY5" fmla="*/ 7210254 h 10401328"/>
              <a:gd name="connsiteX6" fmla="*/ 43775 w 12809549"/>
              <a:gd name="connsiteY6" fmla="*/ 5543 h 10401328"/>
              <a:gd name="connsiteX0" fmla="*/ 43775 w 12809549"/>
              <a:gd name="connsiteY0" fmla="*/ 5543 h 10364586"/>
              <a:gd name="connsiteX1" fmla="*/ 12809549 w 12809549"/>
              <a:gd name="connsiteY1" fmla="*/ 0 h 10364586"/>
              <a:gd name="connsiteX2" fmla="*/ 12800356 w 12809549"/>
              <a:gd name="connsiteY2" fmla="*/ 10363599 h 10364586"/>
              <a:gd name="connsiteX3" fmla="*/ 4089149 w 12809549"/>
              <a:gd name="connsiteY3" fmla="*/ 10361766 h 10364586"/>
              <a:gd name="connsiteX4" fmla="*/ 673109 w 12809549"/>
              <a:gd name="connsiteY4" fmla="*/ 9899276 h 10364586"/>
              <a:gd name="connsiteX5" fmla="*/ 50341 w 12809549"/>
              <a:gd name="connsiteY5" fmla="*/ 7210254 h 10364586"/>
              <a:gd name="connsiteX6" fmla="*/ 43775 w 12809549"/>
              <a:gd name="connsiteY6" fmla="*/ 5543 h 10364586"/>
              <a:gd name="connsiteX0" fmla="*/ 43775 w 12809549"/>
              <a:gd name="connsiteY0" fmla="*/ 5543 h 10383980"/>
              <a:gd name="connsiteX1" fmla="*/ 12809549 w 12809549"/>
              <a:gd name="connsiteY1" fmla="*/ 0 h 10383980"/>
              <a:gd name="connsiteX2" fmla="*/ 12800356 w 12809549"/>
              <a:gd name="connsiteY2" fmla="*/ 10363599 h 10383980"/>
              <a:gd name="connsiteX3" fmla="*/ 4089149 w 12809549"/>
              <a:gd name="connsiteY3" fmla="*/ 10361766 h 10383980"/>
              <a:gd name="connsiteX4" fmla="*/ 673109 w 12809549"/>
              <a:gd name="connsiteY4" fmla="*/ 9899276 h 10383980"/>
              <a:gd name="connsiteX5" fmla="*/ 50341 w 12809549"/>
              <a:gd name="connsiteY5" fmla="*/ 7210254 h 10383980"/>
              <a:gd name="connsiteX6" fmla="*/ 43775 w 12809549"/>
              <a:gd name="connsiteY6" fmla="*/ 5543 h 10383980"/>
              <a:gd name="connsiteX0" fmla="*/ 43775 w 12809549"/>
              <a:gd name="connsiteY0" fmla="*/ 5543 h 10366125"/>
              <a:gd name="connsiteX1" fmla="*/ 12809549 w 12809549"/>
              <a:gd name="connsiteY1" fmla="*/ 0 h 10366125"/>
              <a:gd name="connsiteX2" fmla="*/ 12800356 w 12809549"/>
              <a:gd name="connsiteY2" fmla="*/ 10363599 h 10366125"/>
              <a:gd name="connsiteX3" fmla="*/ 4089149 w 12809549"/>
              <a:gd name="connsiteY3" fmla="*/ 10361766 h 10366125"/>
              <a:gd name="connsiteX4" fmla="*/ 673109 w 12809549"/>
              <a:gd name="connsiteY4" fmla="*/ 9899276 h 10366125"/>
              <a:gd name="connsiteX5" fmla="*/ 50341 w 12809549"/>
              <a:gd name="connsiteY5" fmla="*/ 7210254 h 10366125"/>
              <a:gd name="connsiteX6" fmla="*/ 43775 w 12809549"/>
              <a:gd name="connsiteY6" fmla="*/ 5543 h 10366125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399399"/>
              <a:gd name="connsiteX1" fmla="*/ 12809549 w 12809549"/>
              <a:gd name="connsiteY1" fmla="*/ 0 h 10399399"/>
              <a:gd name="connsiteX2" fmla="*/ 12800356 w 12809549"/>
              <a:gd name="connsiteY2" fmla="*/ 10363599 h 10399399"/>
              <a:gd name="connsiteX3" fmla="*/ 4089149 w 12809549"/>
              <a:gd name="connsiteY3" fmla="*/ 10361766 h 10399399"/>
              <a:gd name="connsiteX4" fmla="*/ 673109 w 12809549"/>
              <a:gd name="connsiteY4" fmla="*/ 9899276 h 10399399"/>
              <a:gd name="connsiteX5" fmla="*/ 50341 w 12809549"/>
              <a:gd name="connsiteY5" fmla="*/ 7210254 h 10399399"/>
              <a:gd name="connsiteX6" fmla="*/ 43775 w 12809549"/>
              <a:gd name="connsiteY6" fmla="*/ 5543 h 10399399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367471"/>
              <a:gd name="connsiteX1" fmla="*/ 12809549 w 12809549"/>
              <a:gd name="connsiteY1" fmla="*/ 0 h 10367471"/>
              <a:gd name="connsiteX2" fmla="*/ 12800356 w 12809549"/>
              <a:gd name="connsiteY2" fmla="*/ 10363599 h 10367471"/>
              <a:gd name="connsiteX3" fmla="*/ 4089149 w 12809549"/>
              <a:gd name="connsiteY3" fmla="*/ 10361766 h 10367471"/>
              <a:gd name="connsiteX4" fmla="*/ 673109 w 12809549"/>
              <a:gd name="connsiteY4" fmla="*/ 9899276 h 10367471"/>
              <a:gd name="connsiteX5" fmla="*/ 50341 w 12809549"/>
              <a:gd name="connsiteY5" fmla="*/ 7210254 h 10367471"/>
              <a:gd name="connsiteX6" fmla="*/ 43775 w 12809549"/>
              <a:gd name="connsiteY6" fmla="*/ 5543 h 10367471"/>
              <a:gd name="connsiteX0" fmla="*/ 43775 w 12809549"/>
              <a:gd name="connsiteY0" fmla="*/ 5543 h 10367471"/>
              <a:gd name="connsiteX1" fmla="*/ 12809549 w 12809549"/>
              <a:gd name="connsiteY1" fmla="*/ 0 h 10367471"/>
              <a:gd name="connsiteX2" fmla="*/ 12800356 w 12809549"/>
              <a:gd name="connsiteY2" fmla="*/ 10363599 h 10367471"/>
              <a:gd name="connsiteX3" fmla="*/ 4089149 w 12809549"/>
              <a:gd name="connsiteY3" fmla="*/ 10361766 h 10367471"/>
              <a:gd name="connsiteX4" fmla="*/ 673109 w 12809549"/>
              <a:gd name="connsiteY4" fmla="*/ 9899276 h 10367471"/>
              <a:gd name="connsiteX5" fmla="*/ 72432 w 12809549"/>
              <a:gd name="connsiteY5" fmla="*/ 8839200 h 10367471"/>
              <a:gd name="connsiteX6" fmla="*/ 50341 w 12809549"/>
              <a:gd name="connsiteY6" fmla="*/ 7210254 h 10367471"/>
              <a:gd name="connsiteX7" fmla="*/ 43775 w 12809549"/>
              <a:gd name="connsiteY7" fmla="*/ 5543 h 10367471"/>
              <a:gd name="connsiteX0" fmla="*/ 43775 w 12809549"/>
              <a:gd name="connsiteY0" fmla="*/ 5543 h 10367471"/>
              <a:gd name="connsiteX1" fmla="*/ 12809549 w 12809549"/>
              <a:gd name="connsiteY1" fmla="*/ 0 h 10367471"/>
              <a:gd name="connsiteX2" fmla="*/ 12800356 w 12809549"/>
              <a:gd name="connsiteY2" fmla="*/ 10363599 h 10367471"/>
              <a:gd name="connsiteX3" fmla="*/ 4089149 w 12809549"/>
              <a:gd name="connsiteY3" fmla="*/ 10361766 h 10367471"/>
              <a:gd name="connsiteX4" fmla="*/ 673109 w 12809549"/>
              <a:gd name="connsiteY4" fmla="*/ 9899276 h 10367471"/>
              <a:gd name="connsiteX5" fmla="*/ 72432 w 12809549"/>
              <a:gd name="connsiteY5" fmla="*/ 8839200 h 10367471"/>
              <a:gd name="connsiteX6" fmla="*/ 50341 w 12809549"/>
              <a:gd name="connsiteY6" fmla="*/ 7210254 h 10367471"/>
              <a:gd name="connsiteX7" fmla="*/ 43775 w 12809549"/>
              <a:gd name="connsiteY7" fmla="*/ 5543 h 10367471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4048431 w 12768831"/>
              <a:gd name="connsiteY3" fmla="*/ 103617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4048431 w 12768831"/>
              <a:gd name="connsiteY3" fmla="*/ 103617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4048431 w 12768831"/>
              <a:gd name="connsiteY3" fmla="*/ 10361766 h 10363599"/>
              <a:gd name="connsiteX4" fmla="*/ 1952926 w 12768831"/>
              <a:gd name="connsiteY4" fmla="*/ 10257367 h 10363599"/>
              <a:gd name="connsiteX5" fmla="*/ 632391 w 12768831"/>
              <a:gd name="connsiteY5" fmla="*/ 9899276 h 10363599"/>
              <a:gd name="connsiteX6" fmla="*/ 31714 w 12768831"/>
              <a:gd name="connsiteY6" fmla="*/ 8758766 h 10363599"/>
              <a:gd name="connsiteX7" fmla="*/ 9623 w 12768831"/>
              <a:gd name="connsiteY7" fmla="*/ 7210254 h 10363599"/>
              <a:gd name="connsiteX8" fmla="*/ 3057 w 12768831"/>
              <a:gd name="connsiteY8" fmla="*/ 5543 h 10363599"/>
              <a:gd name="connsiteX0" fmla="*/ 3057 w 12768831"/>
              <a:gd name="connsiteY0" fmla="*/ 5543 h 10374593"/>
              <a:gd name="connsiteX1" fmla="*/ 12768831 w 12768831"/>
              <a:gd name="connsiteY1" fmla="*/ 0 h 10374593"/>
              <a:gd name="connsiteX2" fmla="*/ 12759638 w 12768831"/>
              <a:gd name="connsiteY2" fmla="*/ 10363599 h 10374593"/>
              <a:gd name="connsiteX3" fmla="*/ 4048431 w 12768831"/>
              <a:gd name="connsiteY3" fmla="*/ 10361766 h 10374593"/>
              <a:gd name="connsiteX4" fmla="*/ 1947734 w 12768831"/>
              <a:gd name="connsiteY4" fmla="*/ 10337800 h 10374593"/>
              <a:gd name="connsiteX5" fmla="*/ 632391 w 12768831"/>
              <a:gd name="connsiteY5" fmla="*/ 9899276 h 10374593"/>
              <a:gd name="connsiteX6" fmla="*/ 31714 w 12768831"/>
              <a:gd name="connsiteY6" fmla="*/ 8758766 h 10374593"/>
              <a:gd name="connsiteX7" fmla="*/ 9623 w 12768831"/>
              <a:gd name="connsiteY7" fmla="*/ 7210254 h 10374593"/>
              <a:gd name="connsiteX8" fmla="*/ 3057 w 12768831"/>
              <a:gd name="connsiteY8" fmla="*/ 5543 h 10374593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1947734 w 12768831"/>
              <a:gd name="connsiteY3" fmla="*/ 10337800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7433"/>
              <a:gd name="connsiteX1" fmla="*/ 12768831 w 12768831"/>
              <a:gd name="connsiteY1" fmla="*/ 0 h 10367433"/>
              <a:gd name="connsiteX2" fmla="*/ 12759638 w 12768831"/>
              <a:gd name="connsiteY2" fmla="*/ 10363599 h 10367433"/>
              <a:gd name="connsiteX3" fmla="*/ 1947734 w 12768831"/>
              <a:gd name="connsiteY3" fmla="*/ 10367433 h 10367433"/>
              <a:gd name="connsiteX4" fmla="*/ 632391 w 12768831"/>
              <a:gd name="connsiteY4" fmla="*/ 9899276 h 10367433"/>
              <a:gd name="connsiteX5" fmla="*/ 31714 w 12768831"/>
              <a:gd name="connsiteY5" fmla="*/ 8758766 h 10367433"/>
              <a:gd name="connsiteX6" fmla="*/ 9623 w 12768831"/>
              <a:gd name="connsiteY6" fmla="*/ 7210254 h 10367433"/>
              <a:gd name="connsiteX7" fmla="*/ 3057 w 12768831"/>
              <a:gd name="connsiteY7" fmla="*/ 5543 h 10367433"/>
              <a:gd name="connsiteX0" fmla="*/ 3057 w 12768831"/>
              <a:gd name="connsiteY0" fmla="*/ 5543 h 10367433"/>
              <a:gd name="connsiteX1" fmla="*/ 12768831 w 12768831"/>
              <a:gd name="connsiteY1" fmla="*/ 0 h 10367433"/>
              <a:gd name="connsiteX2" fmla="*/ 12759638 w 12768831"/>
              <a:gd name="connsiteY2" fmla="*/ 10363599 h 10367433"/>
              <a:gd name="connsiteX3" fmla="*/ 1947734 w 12768831"/>
              <a:gd name="connsiteY3" fmla="*/ 10367433 h 10367433"/>
              <a:gd name="connsiteX4" fmla="*/ 632391 w 12768831"/>
              <a:gd name="connsiteY4" fmla="*/ 9899276 h 10367433"/>
              <a:gd name="connsiteX5" fmla="*/ 31714 w 12768831"/>
              <a:gd name="connsiteY5" fmla="*/ 8758766 h 10367433"/>
              <a:gd name="connsiteX6" fmla="*/ 9623 w 12768831"/>
              <a:gd name="connsiteY6" fmla="*/ 7210254 h 10367433"/>
              <a:gd name="connsiteX7" fmla="*/ 3057 w 12768831"/>
              <a:gd name="connsiteY7" fmla="*/ 5543 h 10367433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2818 w 12768592"/>
              <a:gd name="connsiteY0" fmla="*/ 5543 h 10363599"/>
              <a:gd name="connsiteX1" fmla="*/ 12768592 w 12768592"/>
              <a:gd name="connsiteY1" fmla="*/ 0 h 10363599"/>
              <a:gd name="connsiteX2" fmla="*/ 12759399 w 12768592"/>
              <a:gd name="connsiteY2" fmla="*/ 10363599 h 10363599"/>
              <a:gd name="connsiteX3" fmla="*/ 2420009 w 12768592"/>
              <a:gd name="connsiteY3" fmla="*/ 10358966 h 10363599"/>
              <a:gd name="connsiteX4" fmla="*/ 632152 w 12768592"/>
              <a:gd name="connsiteY4" fmla="*/ 9899276 h 10363599"/>
              <a:gd name="connsiteX5" fmla="*/ 22011 w 12768592"/>
              <a:gd name="connsiteY5" fmla="*/ 8801207 h 10363599"/>
              <a:gd name="connsiteX6" fmla="*/ 9384 w 12768592"/>
              <a:gd name="connsiteY6" fmla="*/ 7210254 h 10363599"/>
              <a:gd name="connsiteX7" fmla="*/ 2818 w 12768592"/>
              <a:gd name="connsiteY7" fmla="*/ 5543 h 10363599"/>
              <a:gd name="connsiteX0" fmla="*/ 20588 w 12786362"/>
              <a:gd name="connsiteY0" fmla="*/ 5543 h 10363599"/>
              <a:gd name="connsiteX1" fmla="*/ 12786362 w 12786362"/>
              <a:gd name="connsiteY1" fmla="*/ 0 h 10363599"/>
              <a:gd name="connsiteX2" fmla="*/ 12777169 w 12786362"/>
              <a:gd name="connsiteY2" fmla="*/ 10363599 h 10363599"/>
              <a:gd name="connsiteX3" fmla="*/ 2437779 w 12786362"/>
              <a:gd name="connsiteY3" fmla="*/ 10358966 h 10363599"/>
              <a:gd name="connsiteX4" fmla="*/ 526880 w 12786362"/>
              <a:gd name="connsiteY4" fmla="*/ 9825970 h 10363599"/>
              <a:gd name="connsiteX5" fmla="*/ 39781 w 12786362"/>
              <a:gd name="connsiteY5" fmla="*/ 8801207 h 10363599"/>
              <a:gd name="connsiteX6" fmla="*/ 27154 w 12786362"/>
              <a:gd name="connsiteY6" fmla="*/ 7210254 h 10363599"/>
              <a:gd name="connsiteX7" fmla="*/ 20588 w 12786362"/>
              <a:gd name="connsiteY7" fmla="*/ 5543 h 10363599"/>
              <a:gd name="connsiteX0" fmla="*/ 20588 w 12786362"/>
              <a:gd name="connsiteY0" fmla="*/ 5543 h 10363599"/>
              <a:gd name="connsiteX1" fmla="*/ 12786362 w 12786362"/>
              <a:gd name="connsiteY1" fmla="*/ 0 h 10363599"/>
              <a:gd name="connsiteX2" fmla="*/ 12777169 w 12786362"/>
              <a:gd name="connsiteY2" fmla="*/ 10363599 h 10363599"/>
              <a:gd name="connsiteX3" fmla="*/ 2437779 w 12786362"/>
              <a:gd name="connsiteY3" fmla="*/ 10358966 h 10363599"/>
              <a:gd name="connsiteX4" fmla="*/ 526880 w 12786362"/>
              <a:gd name="connsiteY4" fmla="*/ 9825970 h 10363599"/>
              <a:gd name="connsiteX5" fmla="*/ 39781 w 12786362"/>
              <a:gd name="connsiteY5" fmla="*/ 8801207 h 10363599"/>
              <a:gd name="connsiteX6" fmla="*/ 27154 w 12786362"/>
              <a:gd name="connsiteY6" fmla="*/ 7210254 h 10363599"/>
              <a:gd name="connsiteX7" fmla="*/ 20588 w 12786362"/>
              <a:gd name="connsiteY7" fmla="*/ 5543 h 10363599"/>
              <a:gd name="connsiteX0" fmla="*/ 20588 w 12786362"/>
              <a:gd name="connsiteY0" fmla="*/ 5543 h 10363599"/>
              <a:gd name="connsiteX1" fmla="*/ 12786362 w 12786362"/>
              <a:gd name="connsiteY1" fmla="*/ 0 h 10363599"/>
              <a:gd name="connsiteX2" fmla="*/ 12777169 w 12786362"/>
              <a:gd name="connsiteY2" fmla="*/ 10363599 h 10363599"/>
              <a:gd name="connsiteX3" fmla="*/ 2437779 w 12786362"/>
              <a:gd name="connsiteY3" fmla="*/ 10358966 h 10363599"/>
              <a:gd name="connsiteX4" fmla="*/ 526880 w 12786362"/>
              <a:gd name="connsiteY4" fmla="*/ 9825970 h 10363599"/>
              <a:gd name="connsiteX5" fmla="*/ 39781 w 12786362"/>
              <a:gd name="connsiteY5" fmla="*/ 8801207 h 10363599"/>
              <a:gd name="connsiteX6" fmla="*/ 27154 w 12786362"/>
              <a:gd name="connsiteY6" fmla="*/ 7210254 h 10363599"/>
              <a:gd name="connsiteX7" fmla="*/ 20588 w 12786362"/>
              <a:gd name="connsiteY7" fmla="*/ 5543 h 10363599"/>
              <a:gd name="connsiteX0" fmla="*/ 20588 w 12786362"/>
              <a:gd name="connsiteY0" fmla="*/ 5543 h 10363599"/>
              <a:gd name="connsiteX1" fmla="*/ 12786362 w 12786362"/>
              <a:gd name="connsiteY1" fmla="*/ 0 h 10363599"/>
              <a:gd name="connsiteX2" fmla="*/ 12777169 w 12786362"/>
              <a:gd name="connsiteY2" fmla="*/ 10363599 h 10363599"/>
              <a:gd name="connsiteX3" fmla="*/ 2437779 w 12786362"/>
              <a:gd name="connsiteY3" fmla="*/ 10358966 h 10363599"/>
              <a:gd name="connsiteX4" fmla="*/ 526880 w 12786362"/>
              <a:gd name="connsiteY4" fmla="*/ 9795105 h 10363599"/>
              <a:gd name="connsiteX5" fmla="*/ 39781 w 12786362"/>
              <a:gd name="connsiteY5" fmla="*/ 8801207 h 10363599"/>
              <a:gd name="connsiteX6" fmla="*/ 27154 w 12786362"/>
              <a:gd name="connsiteY6" fmla="*/ 7210254 h 10363599"/>
              <a:gd name="connsiteX7" fmla="*/ 20588 w 12786362"/>
              <a:gd name="connsiteY7" fmla="*/ 5543 h 10363599"/>
              <a:gd name="connsiteX0" fmla="*/ 19422 w 12785196"/>
              <a:gd name="connsiteY0" fmla="*/ 5543 h 10363599"/>
              <a:gd name="connsiteX1" fmla="*/ 12785196 w 12785196"/>
              <a:gd name="connsiteY1" fmla="*/ 0 h 10363599"/>
              <a:gd name="connsiteX2" fmla="*/ 12776003 w 12785196"/>
              <a:gd name="connsiteY2" fmla="*/ 10363599 h 10363599"/>
              <a:gd name="connsiteX3" fmla="*/ 2436613 w 12785196"/>
              <a:gd name="connsiteY3" fmla="*/ 10358966 h 10363599"/>
              <a:gd name="connsiteX4" fmla="*/ 525714 w 12785196"/>
              <a:gd name="connsiteY4" fmla="*/ 9795105 h 10363599"/>
              <a:gd name="connsiteX5" fmla="*/ 38615 w 12785196"/>
              <a:gd name="connsiteY5" fmla="*/ 8801207 h 10363599"/>
              <a:gd name="connsiteX6" fmla="*/ 25988 w 12785196"/>
              <a:gd name="connsiteY6" fmla="*/ 7210254 h 10363599"/>
              <a:gd name="connsiteX7" fmla="*/ 19422 w 12785196"/>
              <a:gd name="connsiteY7" fmla="*/ 5543 h 10363599"/>
              <a:gd name="connsiteX0" fmla="*/ 19421 w 12776005"/>
              <a:gd name="connsiteY0" fmla="*/ 0 h 10358056"/>
              <a:gd name="connsiteX1" fmla="*/ 10928165 w 12776005"/>
              <a:gd name="connsiteY1" fmla="*/ 39427 h 10358056"/>
              <a:gd name="connsiteX2" fmla="*/ 12776002 w 12776005"/>
              <a:gd name="connsiteY2" fmla="*/ 10358056 h 10358056"/>
              <a:gd name="connsiteX3" fmla="*/ 2436612 w 12776005"/>
              <a:gd name="connsiteY3" fmla="*/ 10353423 h 10358056"/>
              <a:gd name="connsiteX4" fmla="*/ 525713 w 12776005"/>
              <a:gd name="connsiteY4" fmla="*/ 9789562 h 10358056"/>
              <a:gd name="connsiteX5" fmla="*/ 38614 w 12776005"/>
              <a:gd name="connsiteY5" fmla="*/ 8795664 h 10358056"/>
              <a:gd name="connsiteX6" fmla="*/ 25987 w 12776005"/>
              <a:gd name="connsiteY6" fmla="*/ 7204711 h 10358056"/>
              <a:gd name="connsiteX7" fmla="*/ 19421 w 12776005"/>
              <a:gd name="connsiteY7" fmla="*/ 0 h 10358056"/>
              <a:gd name="connsiteX0" fmla="*/ 19421 w 12776012"/>
              <a:gd name="connsiteY0" fmla="*/ 5543 h 10363599"/>
              <a:gd name="connsiteX1" fmla="*/ 12141670 w 12776012"/>
              <a:gd name="connsiteY1" fmla="*/ 0 h 10363599"/>
              <a:gd name="connsiteX2" fmla="*/ 12776002 w 12776012"/>
              <a:gd name="connsiteY2" fmla="*/ 10363599 h 10363599"/>
              <a:gd name="connsiteX3" fmla="*/ 2436612 w 12776012"/>
              <a:gd name="connsiteY3" fmla="*/ 10358966 h 10363599"/>
              <a:gd name="connsiteX4" fmla="*/ 525713 w 12776012"/>
              <a:gd name="connsiteY4" fmla="*/ 9795105 h 10363599"/>
              <a:gd name="connsiteX5" fmla="*/ 38614 w 12776012"/>
              <a:gd name="connsiteY5" fmla="*/ 8801207 h 10363599"/>
              <a:gd name="connsiteX6" fmla="*/ 25987 w 12776012"/>
              <a:gd name="connsiteY6" fmla="*/ 7210254 h 10363599"/>
              <a:gd name="connsiteX7" fmla="*/ 19421 w 12776012"/>
              <a:gd name="connsiteY7" fmla="*/ 5543 h 10363599"/>
              <a:gd name="connsiteX0" fmla="*/ 19421 w 12141670"/>
              <a:gd name="connsiteY0" fmla="*/ 5543 h 10393579"/>
              <a:gd name="connsiteX1" fmla="*/ 12141670 w 12141670"/>
              <a:gd name="connsiteY1" fmla="*/ 0 h 10393579"/>
              <a:gd name="connsiteX2" fmla="*/ 12132478 w 12141670"/>
              <a:gd name="connsiteY2" fmla="*/ 10393579 h 10393579"/>
              <a:gd name="connsiteX3" fmla="*/ 2436612 w 12141670"/>
              <a:gd name="connsiteY3" fmla="*/ 10358966 h 10393579"/>
              <a:gd name="connsiteX4" fmla="*/ 525713 w 12141670"/>
              <a:gd name="connsiteY4" fmla="*/ 9795105 h 10393579"/>
              <a:gd name="connsiteX5" fmla="*/ 38614 w 12141670"/>
              <a:gd name="connsiteY5" fmla="*/ 8801207 h 10393579"/>
              <a:gd name="connsiteX6" fmla="*/ 25987 w 12141670"/>
              <a:gd name="connsiteY6" fmla="*/ 7210254 h 10393579"/>
              <a:gd name="connsiteX7" fmla="*/ 19421 w 12141670"/>
              <a:gd name="connsiteY7" fmla="*/ 5543 h 10393579"/>
              <a:gd name="connsiteX0" fmla="*/ 19421 w 12141670"/>
              <a:gd name="connsiteY0" fmla="*/ 5543 h 10359131"/>
              <a:gd name="connsiteX1" fmla="*/ 12141670 w 12141670"/>
              <a:gd name="connsiteY1" fmla="*/ 0 h 10359131"/>
              <a:gd name="connsiteX2" fmla="*/ 12132478 w 12141670"/>
              <a:gd name="connsiteY2" fmla="*/ 10351376 h 10359131"/>
              <a:gd name="connsiteX3" fmla="*/ 2436612 w 12141670"/>
              <a:gd name="connsiteY3" fmla="*/ 10358966 h 10359131"/>
              <a:gd name="connsiteX4" fmla="*/ 525713 w 12141670"/>
              <a:gd name="connsiteY4" fmla="*/ 9795105 h 10359131"/>
              <a:gd name="connsiteX5" fmla="*/ 38614 w 12141670"/>
              <a:gd name="connsiteY5" fmla="*/ 8801207 h 10359131"/>
              <a:gd name="connsiteX6" fmla="*/ 25987 w 12141670"/>
              <a:gd name="connsiteY6" fmla="*/ 7210254 h 10359131"/>
              <a:gd name="connsiteX7" fmla="*/ 19421 w 12141670"/>
              <a:gd name="connsiteY7" fmla="*/ 5543 h 1035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41670" h="10359131">
                <a:moveTo>
                  <a:pt x="19421" y="5543"/>
                </a:moveTo>
                <a:lnTo>
                  <a:pt x="12141670" y="0"/>
                </a:lnTo>
                <a:cubicBezTo>
                  <a:pt x="12138606" y="3454533"/>
                  <a:pt x="12135542" y="6896843"/>
                  <a:pt x="12132478" y="10351376"/>
                </a:cubicBezTo>
                <a:lnTo>
                  <a:pt x="2436612" y="10358966"/>
                </a:lnTo>
                <a:cubicBezTo>
                  <a:pt x="1353219" y="10366550"/>
                  <a:pt x="863858" y="10112604"/>
                  <a:pt x="525713" y="9795105"/>
                </a:cubicBezTo>
                <a:cubicBezTo>
                  <a:pt x="187568" y="9477606"/>
                  <a:pt x="121902" y="9232015"/>
                  <a:pt x="38614" y="8801207"/>
                </a:cubicBezTo>
                <a:cubicBezTo>
                  <a:pt x="-44674" y="8370399"/>
                  <a:pt x="33919" y="7445423"/>
                  <a:pt x="25987" y="7210254"/>
                </a:cubicBezTo>
                <a:cubicBezTo>
                  <a:pt x="18055" y="6975085"/>
                  <a:pt x="11378" y="2453087"/>
                  <a:pt x="19421" y="5543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/>
          <a:lstStyle>
            <a:lvl1pPr>
              <a:defRPr b="0" i="0">
                <a:latin typeface="Tinkoff Sans" panose="02000506050000020004" pitchFamily="2" charset="0"/>
              </a:defRPr>
            </a:lvl1pPr>
          </a:lstStyle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139497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ТС заголовок в 1 строку c картинкой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1390C7A8-CC92-BCD7-41CC-6B4A3773CAD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 pitchFamily="2" charset="2"/>
              <a:buNone/>
              <a:defRPr sz="1600"/>
            </a:lvl1pPr>
          </a:lstStyle>
          <a:p>
            <a:fld id="{9A07687F-D30E-1A4C-A0AB-5DD07EB6EB4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3980036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9_ТС заголовок в 1 строку c картинк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">
            <a:extLst>
              <a:ext uri="{FF2B5EF4-FFF2-40B4-BE49-F238E27FC236}">
                <a16:creationId xmlns:a16="http://schemas.microsoft.com/office/drawing/2014/main" id="{7F778333-59A3-2642-BE91-04276F1F758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515038" y="10272700"/>
            <a:ext cx="778844" cy="424964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 pitchFamily="2" charset="2"/>
              <a:buNone/>
              <a:defRPr sz="1968"/>
            </a:lvl1pPr>
          </a:lstStyle>
          <a:p>
            <a:r>
              <a:rPr lang="en-US" dirty="0"/>
              <a:t>1</a:t>
            </a:r>
            <a:endParaRPr lang="ru-RU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BE6F39FC-2939-B6FC-5A41-54D0CC824EB4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solidFill>
            <a:schemeClr val="accent4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D9475933-2594-4AEB-86E0-731D1D9BF899}"/>
              </a:ext>
            </a:extLst>
          </p:cNvPr>
          <p:cNvSpPr txBox="1">
            <a:spLocks/>
          </p:cNvSpPr>
          <p:nvPr userDrawn="1"/>
        </p:nvSpPr>
        <p:spPr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450029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 kumimoji="0" sz="1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defRPr>
            </a:lvl1pPr>
            <a:lvl2pPr marL="0" marR="0" indent="450029" algn="l" defTabSz="450029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defRPr>
            </a:lvl2pPr>
            <a:lvl3pPr marL="0" marR="0" indent="900060" algn="l" defTabSz="450029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defRPr>
            </a:lvl3pPr>
            <a:lvl4pPr marL="0" marR="0" indent="1350086" algn="l" defTabSz="450029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defRPr>
            </a:lvl4pPr>
            <a:lvl5pPr marL="0" marR="0" indent="1800120" algn="l" defTabSz="450029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defRPr>
            </a:lvl5pPr>
            <a:lvl6pPr marL="0" marR="0" indent="2250146" algn="l" defTabSz="450029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defRPr>
            </a:lvl6pPr>
            <a:lvl7pPr marL="0" marR="0" indent="2700177" algn="l" defTabSz="450029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defRPr>
            </a:lvl7pPr>
            <a:lvl8pPr marL="0" marR="0" indent="3150206" algn="l" defTabSz="450029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defRPr>
            </a:lvl8pPr>
            <a:lvl9pPr marL="0" marR="0" indent="3600237" algn="l" defTabSz="450029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defRPr>
            </a:lvl9pPr>
          </a:lstStyle>
          <a:p>
            <a:fld id="{9A07687F-D30E-1A4C-A0AB-5DD07EB6EB4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4413606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ТС заголовок в 1 строку c картинк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">
            <a:extLst>
              <a:ext uri="{FF2B5EF4-FFF2-40B4-BE49-F238E27FC236}">
                <a16:creationId xmlns:a16="http://schemas.microsoft.com/office/drawing/2014/main" id="{7F778333-59A3-2642-BE91-04276F1F758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515038" y="10272700"/>
            <a:ext cx="778844" cy="424964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 pitchFamily="2" charset="2"/>
              <a:buNone/>
              <a:defRPr sz="1968"/>
            </a:lvl1pPr>
          </a:lstStyle>
          <a:p>
            <a:r>
              <a:rPr lang="en-US" dirty="0"/>
              <a:t>1</a:t>
            </a:r>
            <a:endParaRPr lang="ru-RU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28FD1F63-EE09-18B7-1F6B-E87CE498A38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75" b="12816"/>
          <a:stretch/>
        </p:blipFill>
        <p:spPr>
          <a:xfrm>
            <a:off x="0" y="-1"/>
            <a:ext cx="19823463" cy="11160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80674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ТС заголовок в 1 строку c картинк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с одним скругленным углом 1">
            <a:extLst>
              <a:ext uri="{FF2B5EF4-FFF2-40B4-BE49-F238E27FC236}">
                <a16:creationId xmlns:a16="http://schemas.microsoft.com/office/drawing/2014/main" id="{75D008F1-66DD-C004-C478-B7AB4B727785}"/>
              </a:ext>
            </a:extLst>
          </p:cNvPr>
          <p:cNvSpPr/>
          <p:nvPr userDrawn="1"/>
        </p:nvSpPr>
        <p:spPr>
          <a:xfrm flipH="1" flipV="1">
            <a:off x="7161025" y="-2"/>
            <a:ext cx="12255499" cy="10440990"/>
          </a:xfrm>
          <a:prstGeom prst="round1Rect">
            <a:avLst>
              <a:gd name="adj" fmla="val 16115"/>
            </a:avLst>
          </a:prstGeom>
          <a:solidFill>
            <a:schemeClr val="accent4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6800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  <p:sp>
        <p:nvSpPr>
          <p:cNvPr id="3" name="Прямоугольник с одним скругленным углом 2">
            <a:extLst>
              <a:ext uri="{FF2B5EF4-FFF2-40B4-BE49-F238E27FC236}">
                <a16:creationId xmlns:a16="http://schemas.microsoft.com/office/drawing/2014/main" id="{6427A52A-A170-AD6C-355A-D28719B9B96F}"/>
              </a:ext>
            </a:extLst>
          </p:cNvPr>
          <p:cNvSpPr/>
          <p:nvPr userDrawn="1"/>
        </p:nvSpPr>
        <p:spPr>
          <a:xfrm flipH="1" flipV="1">
            <a:off x="13307828" y="0"/>
            <a:ext cx="6491472" cy="10440988"/>
          </a:xfrm>
          <a:custGeom>
            <a:avLst/>
            <a:gdLst>
              <a:gd name="connsiteX0" fmla="*/ 0 w 6108700"/>
              <a:gd name="connsiteY0" fmla="*/ 0 h 10287006"/>
              <a:gd name="connsiteX1" fmla="*/ 4481953 w 6108700"/>
              <a:gd name="connsiteY1" fmla="*/ 0 h 10287006"/>
              <a:gd name="connsiteX2" fmla="*/ 6108700 w 6108700"/>
              <a:gd name="connsiteY2" fmla="*/ 1626747 h 10287006"/>
              <a:gd name="connsiteX3" fmla="*/ 6108700 w 6108700"/>
              <a:gd name="connsiteY3" fmla="*/ 10287006 h 10287006"/>
              <a:gd name="connsiteX4" fmla="*/ 0 w 6108700"/>
              <a:gd name="connsiteY4" fmla="*/ 10287006 h 10287006"/>
              <a:gd name="connsiteX5" fmla="*/ 0 w 6108700"/>
              <a:gd name="connsiteY5" fmla="*/ 0 h 10287006"/>
              <a:gd name="connsiteX0" fmla="*/ 382772 w 6491472"/>
              <a:gd name="connsiteY0" fmla="*/ 0 h 10287006"/>
              <a:gd name="connsiteX1" fmla="*/ 4864725 w 6491472"/>
              <a:gd name="connsiteY1" fmla="*/ 0 h 10287006"/>
              <a:gd name="connsiteX2" fmla="*/ 6491472 w 6491472"/>
              <a:gd name="connsiteY2" fmla="*/ 1626747 h 10287006"/>
              <a:gd name="connsiteX3" fmla="*/ 6491472 w 6491472"/>
              <a:gd name="connsiteY3" fmla="*/ 10287006 h 10287006"/>
              <a:gd name="connsiteX4" fmla="*/ 0 w 6491472"/>
              <a:gd name="connsiteY4" fmla="*/ 10287006 h 10287006"/>
              <a:gd name="connsiteX5" fmla="*/ 382772 w 6491472"/>
              <a:gd name="connsiteY5" fmla="*/ 0 h 10287006"/>
              <a:gd name="connsiteX0" fmla="*/ 0 w 6491472"/>
              <a:gd name="connsiteY0" fmla="*/ 21265 h 10287006"/>
              <a:gd name="connsiteX1" fmla="*/ 4864725 w 6491472"/>
              <a:gd name="connsiteY1" fmla="*/ 0 h 10287006"/>
              <a:gd name="connsiteX2" fmla="*/ 6491472 w 6491472"/>
              <a:gd name="connsiteY2" fmla="*/ 1626747 h 10287006"/>
              <a:gd name="connsiteX3" fmla="*/ 6491472 w 6491472"/>
              <a:gd name="connsiteY3" fmla="*/ 10287006 h 10287006"/>
              <a:gd name="connsiteX4" fmla="*/ 0 w 6491472"/>
              <a:gd name="connsiteY4" fmla="*/ 10287006 h 10287006"/>
              <a:gd name="connsiteX5" fmla="*/ 0 w 6491472"/>
              <a:gd name="connsiteY5" fmla="*/ 21265 h 102870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491472" h="10287006">
                <a:moveTo>
                  <a:pt x="0" y="21265"/>
                </a:moveTo>
                <a:lnTo>
                  <a:pt x="4864725" y="0"/>
                </a:lnTo>
                <a:cubicBezTo>
                  <a:pt x="5763153" y="0"/>
                  <a:pt x="6491472" y="728319"/>
                  <a:pt x="6491472" y="1626747"/>
                </a:cubicBezTo>
                <a:lnTo>
                  <a:pt x="6491472" y="10287006"/>
                </a:lnTo>
                <a:lnTo>
                  <a:pt x="0" y="10287006"/>
                </a:lnTo>
                <a:lnTo>
                  <a:pt x="0" y="21265"/>
                </a:ln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6800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C4B22B15-9CD3-0A0E-6673-06A97918B7B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 pitchFamily="2" charset="2"/>
              <a:buNone/>
              <a:defRPr sz="1600"/>
            </a:lvl1pPr>
          </a:lstStyle>
          <a:p>
            <a:fld id="{9A07687F-D30E-1A4C-A0AB-5DD07EB6EB4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9564417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ТС заголовок в 1 строку c картинк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CF900DCD-3DB9-C21F-8EE7-2A4B133EF24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 pitchFamily="2" charset="2"/>
              <a:buNone/>
              <a:defRPr sz="1600"/>
            </a:lvl1pPr>
          </a:lstStyle>
          <a:p>
            <a:fld id="{9A07687F-D30E-1A4C-A0AB-5DD07EB6EB4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0383893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8_ТС заголовок в 1 строку c картинк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5DF84A1A-3892-BEBC-E3CB-B413F84BF63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 pitchFamily="2" charset="2"/>
              <a:buNone/>
              <a:defRPr sz="1600"/>
            </a:lvl1pPr>
          </a:lstStyle>
          <a:p>
            <a:fld id="{9A07687F-D30E-1A4C-A0AB-5DD07EB6EB4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1215246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_ТС заголовок в 1 строку c картинк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F23EA6E-2B43-084D-A39B-6FBBD0525DE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51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3000"/>
                    </a14:imgEffect>
                    <a14:imgEffect>
                      <a14:brightnessContrast bright="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11" y="11509"/>
            <a:ext cx="13601081" cy="11137106"/>
          </a:xfrm>
          <a:prstGeom prst="rect">
            <a:avLst/>
          </a:prstGeom>
        </p:spPr>
      </p:pic>
      <p:sp>
        <p:nvSpPr>
          <p:cNvPr id="2" name="Прямоугольник с одним усеченным и одним скругленным углом 13">
            <a:extLst>
              <a:ext uri="{FF2B5EF4-FFF2-40B4-BE49-F238E27FC236}">
                <a16:creationId xmlns:a16="http://schemas.microsoft.com/office/drawing/2014/main" id="{CC64711E-108F-6C69-B85E-DEBE2D8361B9}"/>
              </a:ext>
            </a:extLst>
          </p:cNvPr>
          <p:cNvSpPr/>
          <p:nvPr userDrawn="1"/>
        </p:nvSpPr>
        <p:spPr>
          <a:xfrm rot="10800000" flipH="1">
            <a:off x="10520490" y="0"/>
            <a:ext cx="9287822" cy="10458916"/>
          </a:xfrm>
          <a:custGeom>
            <a:avLst/>
            <a:gdLst>
              <a:gd name="connsiteX0" fmla="*/ 1575849 w 10470064"/>
              <a:gd name="connsiteY0" fmla="*/ 0 h 10477083"/>
              <a:gd name="connsiteX1" fmla="*/ 10470064 w 10470064"/>
              <a:gd name="connsiteY1" fmla="*/ 0 h 10477083"/>
              <a:gd name="connsiteX2" fmla="*/ 10470064 w 10470064"/>
              <a:gd name="connsiteY2" fmla="*/ 0 h 10477083"/>
              <a:gd name="connsiteX3" fmla="*/ 10470064 w 10470064"/>
              <a:gd name="connsiteY3" fmla="*/ 10477083 h 10477083"/>
              <a:gd name="connsiteX4" fmla="*/ 0 w 10470064"/>
              <a:gd name="connsiteY4" fmla="*/ 10477083 h 10477083"/>
              <a:gd name="connsiteX5" fmla="*/ 0 w 10470064"/>
              <a:gd name="connsiteY5" fmla="*/ 1575849 h 10477083"/>
              <a:gd name="connsiteX6" fmla="*/ 1575849 w 10470064"/>
              <a:gd name="connsiteY6" fmla="*/ 0 h 10477083"/>
              <a:gd name="connsiteX0" fmla="*/ 1575849 w 12908464"/>
              <a:gd name="connsiteY0" fmla="*/ 0 h 10477083"/>
              <a:gd name="connsiteX1" fmla="*/ 10470064 w 12908464"/>
              <a:gd name="connsiteY1" fmla="*/ 0 h 10477083"/>
              <a:gd name="connsiteX2" fmla="*/ 10470064 w 12908464"/>
              <a:gd name="connsiteY2" fmla="*/ 0 h 10477083"/>
              <a:gd name="connsiteX3" fmla="*/ 12908464 w 12908464"/>
              <a:gd name="connsiteY3" fmla="*/ 10273883 h 10477083"/>
              <a:gd name="connsiteX4" fmla="*/ 0 w 12908464"/>
              <a:gd name="connsiteY4" fmla="*/ 10477083 h 10477083"/>
              <a:gd name="connsiteX5" fmla="*/ 0 w 12908464"/>
              <a:gd name="connsiteY5" fmla="*/ 1575849 h 10477083"/>
              <a:gd name="connsiteX6" fmla="*/ 1575849 w 12908464"/>
              <a:gd name="connsiteY6" fmla="*/ 0 h 10477083"/>
              <a:gd name="connsiteX0" fmla="*/ 1575849 w 12908464"/>
              <a:gd name="connsiteY0" fmla="*/ 0 h 10477083"/>
              <a:gd name="connsiteX1" fmla="*/ 10470064 w 12908464"/>
              <a:gd name="connsiteY1" fmla="*/ 0 h 10477083"/>
              <a:gd name="connsiteX2" fmla="*/ 10470064 w 12908464"/>
              <a:gd name="connsiteY2" fmla="*/ 0 h 10477083"/>
              <a:gd name="connsiteX3" fmla="*/ 12908464 w 12908464"/>
              <a:gd name="connsiteY3" fmla="*/ 10400883 h 10477083"/>
              <a:gd name="connsiteX4" fmla="*/ 0 w 12908464"/>
              <a:gd name="connsiteY4" fmla="*/ 10477083 h 10477083"/>
              <a:gd name="connsiteX5" fmla="*/ 0 w 12908464"/>
              <a:gd name="connsiteY5" fmla="*/ 1575849 h 10477083"/>
              <a:gd name="connsiteX6" fmla="*/ 1575849 w 12908464"/>
              <a:gd name="connsiteY6" fmla="*/ 0 h 10477083"/>
              <a:gd name="connsiteX0" fmla="*/ 1575849 w 12984664"/>
              <a:gd name="connsiteY0" fmla="*/ 25400 h 10502483"/>
              <a:gd name="connsiteX1" fmla="*/ 10470064 w 12984664"/>
              <a:gd name="connsiteY1" fmla="*/ 25400 h 10502483"/>
              <a:gd name="connsiteX2" fmla="*/ 12984664 w 12984664"/>
              <a:gd name="connsiteY2" fmla="*/ 0 h 10502483"/>
              <a:gd name="connsiteX3" fmla="*/ 12908464 w 12984664"/>
              <a:gd name="connsiteY3" fmla="*/ 10426283 h 10502483"/>
              <a:gd name="connsiteX4" fmla="*/ 0 w 12984664"/>
              <a:gd name="connsiteY4" fmla="*/ 10502483 h 10502483"/>
              <a:gd name="connsiteX5" fmla="*/ 0 w 12984664"/>
              <a:gd name="connsiteY5" fmla="*/ 1601249 h 10502483"/>
              <a:gd name="connsiteX6" fmla="*/ 1575849 w 12984664"/>
              <a:gd name="connsiteY6" fmla="*/ 25400 h 10502483"/>
              <a:gd name="connsiteX0" fmla="*/ 1575849 w 12984664"/>
              <a:gd name="connsiteY0" fmla="*/ 25400 h 10502483"/>
              <a:gd name="connsiteX1" fmla="*/ 10470064 w 12984664"/>
              <a:gd name="connsiteY1" fmla="*/ 25400 h 10502483"/>
              <a:gd name="connsiteX2" fmla="*/ 12984664 w 12984664"/>
              <a:gd name="connsiteY2" fmla="*/ 0 h 10502483"/>
              <a:gd name="connsiteX3" fmla="*/ 12146464 w 12984664"/>
              <a:gd name="connsiteY3" fmla="*/ 10172283 h 10502483"/>
              <a:gd name="connsiteX4" fmla="*/ 0 w 12984664"/>
              <a:gd name="connsiteY4" fmla="*/ 10502483 h 10502483"/>
              <a:gd name="connsiteX5" fmla="*/ 0 w 12984664"/>
              <a:gd name="connsiteY5" fmla="*/ 1601249 h 10502483"/>
              <a:gd name="connsiteX6" fmla="*/ 1575849 w 12984664"/>
              <a:gd name="connsiteY6" fmla="*/ 25400 h 10502483"/>
              <a:gd name="connsiteX0" fmla="*/ 1575849 w 12984664"/>
              <a:gd name="connsiteY0" fmla="*/ 25400 h 10502483"/>
              <a:gd name="connsiteX1" fmla="*/ 10470064 w 12984664"/>
              <a:gd name="connsiteY1" fmla="*/ 25400 h 10502483"/>
              <a:gd name="connsiteX2" fmla="*/ 12984664 w 12984664"/>
              <a:gd name="connsiteY2" fmla="*/ 0 h 10502483"/>
              <a:gd name="connsiteX3" fmla="*/ 12933864 w 12984664"/>
              <a:gd name="connsiteY3" fmla="*/ 10477083 h 10502483"/>
              <a:gd name="connsiteX4" fmla="*/ 0 w 12984664"/>
              <a:gd name="connsiteY4" fmla="*/ 10502483 h 10502483"/>
              <a:gd name="connsiteX5" fmla="*/ 0 w 12984664"/>
              <a:gd name="connsiteY5" fmla="*/ 1601249 h 10502483"/>
              <a:gd name="connsiteX6" fmla="*/ 1575849 w 12984664"/>
              <a:gd name="connsiteY6" fmla="*/ 25400 h 10502483"/>
              <a:gd name="connsiteX0" fmla="*/ 1575849 w 12984664"/>
              <a:gd name="connsiteY0" fmla="*/ 25400 h 10521064"/>
              <a:gd name="connsiteX1" fmla="*/ 10470064 w 12984664"/>
              <a:gd name="connsiteY1" fmla="*/ 25400 h 10521064"/>
              <a:gd name="connsiteX2" fmla="*/ 12984664 w 12984664"/>
              <a:gd name="connsiteY2" fmla="*/ 0 h 10521064"/>
              <a:gd name="connsiteX3" fmla="*/ 12933864 w 12984664"/>
              <a:gd name="connsiteY3" fmla="*/ 10477083 h 10521064"/>
              <a:gd name="connsiteX4" fmla="*/ 9291 w 12984664"/>
              <a:gd name="connsiteY4" fmla="*/ 10521064 h 10521064"/>
              <a:gd name="connsiteX5" fmla="*/ 0 w 12984664"/>
              <a:gd name="connsiteY5" fmla="*/ 1601249 h 10521064"/>
              <a:gd name="connsiteX6" fmla="*/ 1575849 w 12984664"/>
              <a:gd name="connsiteY6" fmla="*/ 25400 h 10521064"/>
              <a:gd name="connsiteX0" fmla="*/ 1575849 w 12984664"/>
              <a:gd name="connsiteY0" fmla="*/ 25400 h 10523536"/>
              <a:gd name="connsiteX1" fmla="*/ 10470064 w 12984664"/>
              <a:gd name="connsiteY1" fmla="*/ 25400 h 10523536"/>
              <a:gd name="connsiteX2" fmla="*/ 12984664 w 12984664"/>
              <a:gd name="connsiteY2" fmla="*/ 0 h 10523536"/>
              <a:gd name="connsiteX3" fmla="*/ 12943155 w 12984664"/>
              <a:gd name="connsiteY3" fmla="*/ 10523536 h 10523536"/>
              <a:gd name="connsiteX4" fmla="*/ 9291 w 12984664"/>
              <a:gd name="connsiteY4" fmla="*/ 10521064 h 10523536"/>
              <a:gd name="connsiteX5" fmla="*/ 0 w 12984664"/>
              <a:gd name="connsiteY5" fmla="*/ 1601249 h 10523536"/>
              <a:gd name="connsiteX6" fmla="*/ 1575849 w 12984664"/>
              <a:gd name="connsiteY6" fmla="*/ 25400 h 10523536"/>
              <a:gd name="connsiteX0" fmla="*/ 1575849 w 12984664"/>
              <a:gd name="connsiteY0" fmla="*/ 25400 h 10521064"/>
              <a:gd name="connsiteX1" fmla="*/ 10470064 w 12984664"/>
              <a:gd name="connsiteY1" fmla="*/ 25400 h 10521064"/>
              <a:gd name="connsiteX2" fmla="*/ 12984664 w 12984664"/>
              <a:gd name="connsiteY2" fmla="*/ 0 h 10521064"/>
              <a:gd name="connsiteX3" fmla="*/ 10890573 w 12984664"/>
              <a:gd name="connsiteY3" fmla="*/ 10415506 h 10521064"/>
              <a:gd name="connsiteX4" fmla="*/ 9291 w 12984664"/>
              <a:gd name="connsiteY4" fmla="*/ 10521064 h 10521064"/>
              <a:gd name="connsiteX5" fmla="*/ 0 w 12984664"/>
              <a:gd name="connsiteY5" fmla="*/ 1601249 h 10521064"/>
              <a:gd name="connsiteX6" fmla="*/ 1575849 w 12984664"/>
              <a:gd name="connsiteY6" fmla="*/ 25400 h 10521064"/>
              <a:gd name="connsiteX0" fmla="*/ 1575849 w 12984664"/>
              <a:gd name="connsiteY0" fmla="*/ 25400 h 10523536"/>
              <a:gd name="connsiteX1" fmla="*/ 10470064 w 12984664"/>
              <a:gd name="connsiteY1" fmla="*/ 25400 h 10523536"/>
              <a:gd name="connsiteX2" fmla="*/ 12984664 w 12984664"/>
              <a:gd name="connsiteY2" fmla="*/ 0 h 10523536"/>
              <a:gd name="connsiteX3" fmla="*/ 12294971 w 12984664"/>
              <a:gd name="connsiteY3" fmla="*/ 10523536 h 10523536"/>
              <a:gd name="connsiteX4" fmla="*/ 9291 w 12984664"/>
              <a:gd name="connsiteY4" fmla="*/ 10521064 h 10523536"/>
              <a:gd name="connsiteX5" fmla="*/ 0 w 12984664"/>
              <a:gd name="connsiteY5" fmla="*/ 1601249 h 10523536"/>
              <a:gd name="connsiteX6" fmla="*/ 1575849 w 12984664"/>
              <a:gd name="connsiteY6" fmla="*/ 25400 h 10523536"/>
              <a:gd name="connsiteX0" fmla="*/ 1575849 w 12314875"/>
              <a:gd name="connsiteY0" fmla="*/ 25400 h 10523536"/>
              <a:gd name="connsiteX1" fmla="*/ 10470064 w 12314875"/>
              <a:gd name="connsiteY1" fmla="*/ 25400 h 10523536"/>
              <a:gd name="connsiteX2" fmla="*/ 12314875 w 12314875"/>
              <a:gd name="connsiteY2" fmla="*/ 0 h 10523536"/>
              <a:gd name="connsiteX3" fmla="*/ 12294971 w 12314875"/>
              <a:gd name="connsiteY3" fmla="*/ 10523536 h 10523536"/>
              <a:gd name="connsiteX4" fmla="*/ 9291 w 12314875"/>
              <a:gd name="connsiteY4" fmla="*/ 10521064 h 10523536"/>
              <a:gd name="connsiteX5" fmla="*/ 0 w 12314875"/>
              <a:gd name="connsiteY5" fmla="*/ 1601249 h 10523536"/>
              <a:gd name="connsiteX6" fmla="*/ 1575849 w 12314875"/>
              <a:gd name="connsiteY6" fmla="*/ 25400 h 10523536"/>
              <a:gd name="connsiteX0" fmla="*/ 1575849 w 12297052"/>
              <a:gd name="connsiteY0" fmla="*/ 43981 h 10542117"/>
              <a:gd name="connsiteX1" fmla="*/ 10470064 w 12297052"/>
              <a:gd name="connsiteY1" fmla="*/ 43981 h 10542117"/>
              <a:gd name="connsiteX2" fmla="*/ 12296294 w 12297052"/>
              <a:gd name="connsiteY2" fmla="*/ 0 h 10542117"/>
              <a:gd name="connsiteX3" fmla="*/ 12294971 w 12297052"/>
              <a:gd name="connsiteY3" fmla="*/ 10542117 h 10542117"/>
              <a:gd name="connsiteX4" fmla="*/ 9291 w 12297052"/>
              <a:gd name="connsiteY4" fmla="*/ 10539645 h 10542117"/>
              <a:gd name="connsiteX5" fmla="*/ 0 w 12297052"/>
              <a:gd name="connsiteY5" fmla="*/ 1619830 h 10542117"/>
              <a:gd name="connsiteX6" fmla="*/ 1575849 w 12297052"/>
              <a:gd name="connsiteY6" fmla="*/ 43981 h 10542117"/>
              <a:gd name="connsiteX0" fmla="*/ 1575849 w 12297052"/>
              <a:gd name="connsiteY0" fmla="*/ 43981 h 10542117"/>
              <a:gd name="connsiteX1" fmla="*/ 10460773 w 12297052"/>
              <a:gd name="connsiteY1" fmla="*/ 6819 h 10542117"/>
              <a:gd name="connsiteX2" fmla="*/ 12296294 w 12297052"/>
              <a:gd name="connsiteY2" fmla="*/ 0 h 10542117"/>
              <a:gd name="connsiteX3" fmla="*/ 12294971 w 12297052"/>
              <a:gd name="connsiteY3" fmla="*/ 10542117 h 10542117"/>
              <a:gd name="connsiteX4" fmla="*/ 9291 w 12297052"/>
              <a:gd name="connsiteY4" fmla="*/ 10539645 h 10542117"/>
              <a:gd name="connsiteX5" fmla="*/ 0 w 12297052"/>
              <a:gd name="connsiteY5" fmla="*/ 1619830 h 10542117"/>
              <a:gd name="connsiteX6" fmla="*/ 1575849 w 12297052"/>
              <a:gd name="connsiteY6" fmla="*/ 43981 h 10542117"/>
              <a:gd name="connsiteX0" fmla="*/ 1575849 w 12296294"/>
              <a:gd name="connsiteY0" fmla="*/ 43981 h 10539645"/>
              <a:gd name="connsiteX1" fmla="*/ 10460773 w 12296294"/>
              <a:gd name="connsiteY1" fmla="*/ 6819 h 10539645"/>
              <a:gd name="connsiteX2" fmla="*/ 12296294 w 12296294"/>
              <a:gd name="connsiteY2" fmla="*/ 0 h 10539645"/>
              <a:gd name="connsiteX3" fmla="*/ 12174193 w 12296294"/>
              <a:gd name="connsiteY3" fmla="*/ 10430629 h 10539645"/>
              <a:gd name="connsiteX4" fmla="*/ 9291 w 12296294"/>
              <a:gd name="connsiteY4" fmla="*/ 10539645 h 10539645"/>
              <a:gd name="connsiteX5" fmla="*/ 0 w 12296294"/>
              <a:gd name="connsiteY5" fmla="*/ 1619830 h 10539645"/>
              <a:gd name="connsiteX6" fmla="*/ 1575849 w 12296294"/>
              <a:gd name="connsiteY6" fmla="*/ 43981 h 10539645"/>
              <a:gd name="connsiteX0" fmla="*/ 1575849 w 12297052"/>
              <a:gd name="connsiteY0" fmla="*/ 43981 h 10542117"/>
              <a:gd name="connsiteX1" fmla="*/ 10460773 w 12297052"/>
              <a:gd name="connsiteY1" fmla="*/ 6819 h 10542117"/>
              <a:gd name="connsiteX2" fmla="*/ 12296294 w 12297052"/>
              <a:gd name="connsiteY2" fmla="*/ 0 h 10542117"/>
              <a:gd name="connsiteX3" fmla="*/ 12294971 w 12297052"/>
              <a:gd name="connsiteY3" fmla="*/ 10542117 h 10542117"/>
              <a:gd name="connsiteX4" fmla="*/ 9291 w 12297052"/>
              <a:gd name="connsiteY4" fmla="*/ 10539645 h 10542117"/>
              <a:gd name="connsiteX5" fmla="*/ 0 w 12297052"/>
              <a:gd name="connsiteY5" fmla="*/ 1619830 h 10542117"/>
              <a:gd name="connsiteX6" fmla="*/ 1575849 w 12297052"/>
              <a:gd name="connsiteY6" fmla="*/ 43981 h 10542117"/>
              <a:gd name="connsiteX0" fmla="*/ 1575849 w 12296294"/>
              <a:gd name="connsiteY0" fmla="*/ 43981 h 10539647"/>
              <a:gd name="connsiteX1" fmla="*/ 10460773 w 12296294"/>
              <a:gd name="connsiteY1" fmla="*/ 6819 h 10539647"/>
              <a:gd name="connsiteX2" fmla="*/ 12296294 w 12296294"/>
              <a:gd name="connsiteY2" fmla="*/ 0 h 10539647"/>
              <a:gd name="connsiteX3" fmla="*/ 6479035 w 12296294"/>
              <a:gd name="connsiteY3" fmla="*/ 10319142 h 10539647"/>
              <a:gd name="connsiteX4" fmla="*/ 9291 w 12296294"/>
              <a:gd name="connsiteY4" fmla="*/ 10539645 h 10539647"/>
              <a:gd name="connsiteX5" fmla="*/ 0 w 12296294"/>
              <a:gd name="connsiteY5" fmla="*/ 1619830 h 10539647"/>
              <a:gd name="connsiteX6" fmla="*/ 1575849 w 12296294"/>
              <a:gd name="connsiteY6" fmla="*/ 43981 h 10539647"/>
              <a:gd name="connsiteX0" fmla="*/ 1575849 w 12296294"/>
              <a:gd name="connsiteY0" fmla="*/ 43981 h 10542117"/>
              <a:gd name="connsiteX1" fmla="*/ 10460773 w 12296294"/>
              <a:gd name="connsiteY1" fmla="*/ 6819 h 10542117"/>
              <a:gd name="connsiteX2" fmla="*/ 12296294 w 12296294"/>
              <a:gd name="connsiteY2" fmla="*/ 0 h 10542117"/>
              <a:gd name="connsiteX3" fmla="*/ 9414875 w 12296294"/>
              <a:gd name="connsiteY3" fmla="*/ 10542117 h 10542117"/>
              <a:gd name="connsiteX4" fmla="*/ 9291 w 12296294"/>
              <a:gd name="connsiteY4" fmla="*/ 10539645 h 10542117"/>
              <a:gd name="connsiteX5" fmla="*/ 0 w 12296294"/>
              <a:gd name="connsiteY5" fmla="*/ 1619830 h 10542117"/>
              <a:gd name="connsiteX6" fmla="*/ 1575849 w 12296294"/>
              <a:gd name="connsiteY6" fmla="*/ 43981 h 10542117"/>
              <a:gd name="connsiteX0" fmla="*/ 1575849 w 10460773"/>
              <a:gd name="connsiteY0" fmla="*/ 192631 h 10690767"/>
              <a:gd name="connsiteX1" fmla="*/ 10460773 w 10460773"/>
              <a:gd name="connsiteY1" fmla="*/ 155469 h 10690767"/>
              <a:gd name="connsiteX2" fmla="*/ 9434779 w 10460773"/>
              <a:gd name="connsiteY2" fmla="*/ 0 h 10690767"/>
              <a:gd name="connsiteX3" fmla="*/ 9414875 w 10460773"/>
              <a:gd name="connsiteY3" fmla="*/ 10690767 h 10690767"/>
              <a:gd name="connsiteX4" fmla="*/ 9291 w 10460773"/>
              <a:gd name="connsiteY4" fmla="*/ 10688295 h 10690767"/>
              <a:gd name="connsiteX5" fmla="*/ 0 w 10460773"/>
              <a:gd name="connsiteY5" fmla="*/ 1768480 h 10690767"/>
              <a:gd name="connsiteX6" fmla="*/ 1575849 w 10460773"/>
              <a:gd name="connsiteY6" fmla="*/ 192631 h 10690767"/>
              <a:gd name="connsiteX0" fmla="*/ 1575849 w 10460773"/>
              <a:gd name="connsiteY0" fmla="*/ 42782 h 10540918"/>
              <a:gd name="connsiteX1" fmla="*/ 10460773 w 10460773"/>
              <a:gd name="connsiteY1" fmla="*/ 5620 h 10540918"/>
              <a:gd name="connsiteX2" fmla="*/ 9434779 w 10460773"/>
              <a:gd name="connsiteY2" fmla="*/ 0 h 10540918"/>
              <a:gd name="connsiteX3" fmla="*/ 9414875 w 10460773"/>
              <a:gd name="connsiteY3" fmla="*/ 10540918 h 10540918"/>
              <a:gd name="connsiteX4" fmla="*/ 9291 w 10460773"/>
              <a:gd name="connsiteY4" fmla="*/ 10538446 h 10540918"/>
              <a:gd name="connsiteX5" fmla="*/ 0 w 10460773"/>
              <a:gd name="connsiteY5" fmla="*/ 1618631 h 10540918"/>
              <a:gd name="connsiteX6" fmla="*/ 1575849 w 10460773"/>
              <a:gd name="connsiteY6" fmla="*/ 42782 h 10540918"/>
              <a:gd name="connsiteX0" fmla="*/ 1575849 w 9434779"/>
              <a:gd name="connsiteY0" fmla="*/ 42782 h 10540918"/>
              <a:gd name="connsiteX1" fmla="*/ 8033220 w 9434779"/>
              <a:gd name="connsiteY1" fmla="*/ 15610 h 10540918"/>
              <a:gd name="connsiteX2" fmla="*/ 9434779 w 9434779"/>
              <a:gd name="connsiteY2" fmla="*/ 0 h 10540918"/>
              <a:gd name="connsiteX3" fmla="*/ 9414875 w 9434779"/>
              <a:gd name="connsiteY3" fmla="*/ 10540918 h 10540918"/>
              <a:gd name="connsiteX4" fmla="*/ 9291 w 9434779"/>
              <a:gd name="connsiteY4" fmla="*/ 10538446 h 10540918"/>
              <a:gd name="connsiteX5" fmla="*/ 0 w 9434779"/>
              <a:gd name="connsiteY5" fmla="*/ 1618631 h 10540918"/>
              <a:gd name="connsiteX6" fmla="*/ 1575849 w 9434779"/>
              <a:gd name="connsiteY6" fmla="*/ 42782 h 10540918"/>
              <a:gd name="connsiteX0" fmla="*/ 1575849 w 9434779"/>
              <a:gd name="connsiteY0" fmla="*/ 42782 h 10538446"/>
              <a:gd name="connsiteX1" fmla="*/ 8033220 w 9434779"/>
              <a:gd name="connsiteY1" fmla="*/ 15610 h 10538446"/>
              <a:gd name="connsiteX2" fmla="*/ 9434779 w 9434779"/>
              <a:gd name="connsiteY2" fmla="*/ 0 h 10538446"/>
              <a:gd name="connsiteX3" fmla="*/ 8835459 w 9434779"/>
              <a:gd name="connsiteY3" fmla="*/ 10411049 h 10538446"/>
              <a:gd name="connsiteX4" fmla="*/ 9291 w 9434779"/>
              <a:gd name="connsiteY4" fmla="*/ 10538446 h 10538446"/>
              <a:gd name="connsiteX5" fmla="*/ 0 w 9434779"/>
              <a:gd name="connsiteY5" fmla="*/ 1618631 h 10538446"/>
              <a:gd name="connsiteX6" fmla="*/ 1575849 w 9434779"/>
              <a:gd name="connsiteY6" fmla="*/ 42782 h 10538446"/>
              <a:gd name="connsiteX0" fmla="*/ 1575849 w 9436761"/>
              <a:gd name="connsiteY0" fmla="*/ 42782 h 10540918"/>
              <a:gd name="connsiteX1" fmla="*/ 8033220 w 9436761"/>
              <a:gd name="connsiteY1" fmla="*/ 15610 h 10540918"/>
              <a:gd name="connsiteX2" fmla="*/ 9434779 w 9436761"/>
              <a:gd name="connsiteY2" fmla="*/ 0 h 10540918"/>
              <a:gd name="connsiteX3" fmla="*/ 9434855 w 9436761"/>
              <a:gd name="connsiteY3" fmla="*/ 10540918 h 10540918"/>
              <a:gd name="connsiteX4" fmla="*/ 9291 w 9436761"/>
              <a:gd name="connsiteY4" fmla="*/ 10538446 h 10540918"/>
              <a:gd name="connsiteX5" fmla="*/ 0 w 9436761"/>
              <a:gd name="connsiteY5" fmla="*/ 1618631 h 10540918"/>
              <a:gd name="connsiteX6" fmla="*/ 1575849 w 9436761"/>
              <a:gd name="connsiteY6" fmla="*/ 42782 h 10540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436761" h="10540918">
                <a:moveTo>
                  <a:pt x="1575849" y="42782"/>
                </a:moveTo>
                <a:lnTo>
                  <a:pt x="8033220" y="15610"/>
                </a:lnTo>
                <a:lnTo>
                  <a:pt x="9434779" y="0"/>
                </a:lnTo>
                <a:cubicBezTo>
                  <a:pt x="9428144" y="3507845"/>
                  <a:pt x="9441490" y="7033073"/>
                  <a:pt x="9434855" y="10540918"/>
                </a:cubicBezTo>
                <a:lnTo>
                  <a:pt x="9291" y="10538446"/>
                </a:lnTo>
                <a:cubicBezTo>
                  <a:pt x="9291" y="7571368"/>
                  <a:pt x="0" y="4585709"/>
                  <a:pt x="0" y="1618631"/>
                </a:cubicBezTo>
                <a:cubicBezTo>
                  <a:pt x="0" y="748314"/>
                  <a:pt x="705532" y="42782"/>
                  <a:pt x="1575849" y="42782"/>
                </a:cubicBez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24" tIns="45624" rIns="45624" bIns="45624" numCol="1" spcCol="38100" rtlCol="0" anchor="ctr">
            <a:noAutofit/>
          </a:bodyPr>
          <a:lstStyle/>
          <a:p>
            <a:pPr defTabSz="456231"/>
            <a:endParaRPr lang="ru-RU" sz="1796" dirty="0"/>
          </a:p>
        </p:txBody>
      </p:sp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9059ADDE-EB1D-5FB1-1DB0-8992C3CB578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 pitchFamily="2" charset="2"/>
              <a:buNone/>
              <a:defRPr sz="1600"/>
            </a:lvl1pPr>
          </a:lstStyle>
          <a:p>
            <a:fld id="{9A07687F-D30E-1A4C-A0AB-5DD07EB6EB4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5689941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7_ТС заголовок в 1 строку c картинк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A244505-F7EC-F646-85E0-A42DEF51D0E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29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9692"/>
          <a:stretch/>
        </p:blipFill>
        <p:spPr>
          <a:xfrm flipH="1">
            <a:off x="0" y="11509"/>
            <a:ext cx="13827108" cy="11137106"/>
          </a:xfrm>
          <a:prstGeom prst="rect">
            <a:avLst/>
          </a:prstGeom>
        </p:spPr>
      </p:pic>
      <p:sp>
        <p:nvSpPr>
          <p:cNvPr id="2" name="Прямоугольник с одним усеченным и одним скругленным углом 13">
            <a:extLst>
              <a:ext uri="{FF2B5EF4-FFF2-40B4-BE49-F238E27FC236}">
                <a16:creationId xmlns:a16="http://schemas.microsoft.com/office/drawing/2014/main" id="{77CD4A8F-DEA6-AEF2-9388-7CF41EDEFFD1}"/>
              </a:ext>
            </a:extLst>
          </p:cNvPr>
          <p:cNvSpPr/>
          <p:nvPr userDrawn="1"/>
        </p:nvSpPr>
        <p:spPr>
          <a:xfrm rot="10800000" flipH="1">
            <a:off x="10520490" y="10517"/>
            <a:ext cx="9287822" cy="10430470"/>
          </a:xfrm>
          <a:custGeom>
            <a:avLst/>
            <a:gdLst>
              <a:gd name="connsiteX0" fmla="*/ 1575849 w 10470064"/>
              <a:gd name="connsiteY0" fmla="*/ 0 h 10477083"/>
              <a:gd name="connsiteX1" fmla="*/ 10470064 w 10470064"/>
              <a:gd name="connsiteY1" fmla="*/ 0 h 10477083"/>
              <a:gd name="connsiteX2" fmla="*/ 10470064 w 10470064"/>
              <a:gd name="connsiteY2" fmla="*/ 0 h 10477083"/>
              <a:gd name="connsiteX3" fmla="*/ 10470064 w 10470064"/>
              <a:gd name="connsiteY3" fmla="*/ 10477083 h 10477083"/>
              <a:gd name="connsiteX4" fmla="*/ 0 w 10470064"/>
              <a:gd name="connsiteY4" fmla="*/ 10477083 h 10477083"/>
              <a:gd name="connsiteX5" fmla="*/ 0 w 10470064"/>
              <a:gd name="connsiteY5" fmla="*/ 1575849 h 10477083"/>
              <a:gd name="connsiteX6" fmla="*/ 1575849 w 10470064"/>
              <a:gd name="connsiteY6" fmla="*/ 0 h 10477083"/>
              <a:gd name="connsiteX0" fmla="*/ 1575849 w 12908464"/>
              <a:gd name="connsiteY0" fmla="*/ 0 h 10477083"/>
              <a:gd name="connsiteX1" fmla="*/ 10470064 w 12908464"/>
              <a:gd name="connsiteY1" fmla="*/ 0 h 10477083"/>
              <a:gd name="connsiteX2" fmla="*/ 10470064 w 12908464"/>
              <a:gd name="connsiteY2" fmla="*/ 0 h 10477083"/>
              <a:gd name="connsiteX3" fmla="*/ 12908464 w 12908464"/>
              <a:gd name="connsiteY3" fmla="*/ 10273883 h 10477083"/>
              <a:gd name="connsiteX4" fmla="*/ 0 w 12908464"/>
              <a:gd name="connsiteY4" fmla="*/ 10477083 h 10477083"/>
              <a:gd name="connsiteX5" fmla="*/ 0 w 12908464"/>
              <a:gd name="connsiteY5" fmla="*/ 1575849 h 10477083"/>
              <a:gd name="connsiteX6" fmla="*/ 1575849 w 12908464"/>
              <a:gd name="connsiteY6" fmla="*/ 0 h 10477083"/>
              <a:gd name="connsiteX0" fmla="*/ 1575849 w 12908464"/>
              <a:gd name="connsiteY0" fmla="*/ 0 h 10477083"/>
              <a:gd name="connsiteX1" fmla="*/ 10470064 w 12908464"/>
              <a:gd name="connsiteY1" fmla="*/ 0 h 10477083"/>
              <a:gd name="connsiteX2" fmla="*/ 10470064 w 12908464"/>
              <a:gd name="connsiteY2" fmla="*/ 0 h 10477083"/>
              <a:gd name="connsiteX3" fmla="*/ 12908464 w 12908464"/>
              <a:gd name="connsiteY3" fmla="*/ 10400883 h 10477083"/>
              <a:gd name="connsiteX4" fmla="*/ 0 w 12908464"/>
              <a:gd name="connsiteY4" fmla="*/ 10477083 h 10477083"/>
              <a:gd name="connsiteX5" fmla="*/ 0 w 12908464"/>
              <a:gd name="connsiteY5" fmla="*/ 1575849 h 10477083"/>
              <a:gd name="connsiteX6" fmla="*/ 1575849 w 12908464"/>
              <a:gd name="connsiteY6" fmla="*/ 0 h 10477083"/>
              <a:gd name="connsiteX0" fmla="*/ 1575849 w 12984664"/>
              <a:gd name="connsiteY0" fmla="*/ 25400 h 10502483"/>
              <a:gd name="connsiteX1" fmla="*/ 10470064 w 12984664"/>
              <a:gd name="connsiteY1" fmla="*/ 25400 h 10502483"/>
              <a:gd name="connsiteX2" fmla="*/ 12984664 w 12984664"/>
              <a:gd name="connsiteY2" fmla="*/ 0 h 10502483"/>
              <a:gd name="connsiteX3" fmla="*/ 12908464 w 12984664"/>
              <a:gd name="connsiteY3" fmla="*/ 10426283 h 10502483"/>
              <a:gd name="connsiteX4" fmla="*/ 0 w 12984664"/>
              <a:gd name="connsiteY4" fmla="*/ 10502483 h 10502483"/>
              <a:gd name="connsiteX5" fmla="*/ 0 w 12984664"/>
              <a:gd name="connsiteY5" fmla="*/ 1601249 h 10502483"/>
              <a:gd name="connsiteX6" fmla="*/ 1575849 w 12984664"/>
              <a:gd name="connsiteY6" fmla="*/ 25400 h 10502483"/>
              <a:gd name="connsiteX0" fmla="*/ 1575849 w 12984664"/>
              <a:gd name="connsiteY0" fmla="*/ 25400 h 10502483"/>
              <a:gd name="connsiteX1" fmla="*/ 10470064 w 12984664"/>
              <a:gd name="connsiteY1" fmla="*/ 25400 h 10502483"/>
              <a:gd name="connsiteX2" fmla="*/ 12984664 w 12984664"/>
              <a:gd name="connsiteY2" fmla="*/ 0 h 10502483"/>
              <a:gd name="connsiteX3" fmla="*/ 12146464 w 12984664"/>
              <a:gd name="connsiteY3" fmla="*/ 10172283 h 10502483"/>
              <a:gd name="connsiteX4" fmla="*/ 0 w 12984664"/>
              <a:gd name="connsiteY4" fmla="*/ 10502483 h 10502483"/>
              <a:gd name="connsiteX5" fmla="*/ 0 w 12984664"/>
              <a:gd name="connsiteY5" fmla="*/ 1601249 h 10502483"/>
              <a:gd name="connsiteX6" fmla="*/ 1575849 w 12984664"/>
              <a:gd name="connsiteY6" fmla="*/ 25400 h 10502483"/>
              <a:gd name="connsiteX0" fmla="*/ 1575849 w 12984664"/>
              <a:gd name="connsiteY0" fmla="*/ 25400 h 10502483"/>
              <a:gd name="connsiteX1" fmla="*/ 10470064 w 12984664"/>
              <a:gd name="connsiteY1" fmla="*/ 25400 h 10502483"/>
              <a:gd name="connsiteX2" fmla="*/ 12984664 w 12984664"/>
              <a:gd name="connsiteY2" fmla="*/ 0 h 10502483"/>
              <a:gd name="connsiteX3" fmla="*/ 12933864 w 12984664"/>
              <a:gd name="connsiteY3" fmla="*/ 10477083 h 10502483"/>
              <a:gd name="connsiteX4" fmla="*/ 0 w 12984664"/>
              <a:gd name="connsiteY4" fmla="*/ 10502483 h 10502483"/>
              <a:gd name="connsiteX5" fmla="*/ 0 w 12984664"/>
              <a:gd name="connsiteY5" fmla="*/ 1601249 h 10502483"/>
              <a:gd name="connsiteX6" fmla="*/ 1575849 w 12984664"/>
              <a:gd name="connsiteY6" fmla="*/ 25400 h 10502483"/>
              <a:gd name="connsiteX0" fmla="*/ 1575849 w 12984664"/>
              <a:gd name="connsiteY0" fmla="*/ 25400 h 10521064"/>
              <a:gd name="connsiteX1" fmla="*/ 10470064 w 12984664"/>
              <a:gd name="connsiteY1" fmla="*/ 25400 h 10521064"/>
              <a:gd name="connsiteX2" fmla="*/ 12984664 w 12984664"/>
              <a:gd name="connsiteY2" fmla="*/ 0 h 10521064"/>
              <a:gd name="connsiteX3" fmla="*/ 12933864 w 12984664"/>
              <a:gd name="connsiteY3" fmla="*/ 10477083 h 10521064"/>
              <a:gd name="connsiteX4" fmla="*/ 9291 w 12984664"/>
              <a:gd name="connsiteY4" fmla="*/ 10521064 h 10521064"/>
              <a:gd name="connsiteX5" fmla="*/ 0 w 12984664"/>
              <a:gd name="connsiteY5" fmla="*/ 1601249 h 10521064"/>
              <a:gd name="connsiteX6" fmla="*/ 1575849 w 12984664"/>
              <a:gd name="connsiteY6" fmla="*/ 25400 h 10521064"/>
              <a:gd name="connsiteX0" fmla="*/ 1575849 w 12984664"/>
              <a:gd name="connsiteY0" fmla="*/ 25400 h 10523536"/>
              <a:gd name="connsiteX1" fmla="*/ 10470064 w 12984664"/>
              <a:gd name="connsiteY1" fmla="*/ 25400 h 10523536"/>
              <a:gd name="connsiteX2" fmla="*/ 12984664 w 12984664"/>
              <a:gd name="connsiteY2" fmla="*/ 0 h 10523536"/>
              <a:gd name="connsiteX3" fmla="*/ 12943155 w 12984664"/>
              <a:gd name="connsiteY3" fmla="*/ 10523536 h 10523536"/>
              <a:gd name="connsiteX4" fmla="*/ 9291 w 12984664"/>
              <a:gd name="connsiteY4" fmla="*/ 10521064 h 10523536"/>
              <a:gd name="connsiteX5" fmla="*/ 0 w 12984664"/>
              <a:gd name="connsiteY5" fmla="*/ 1601249 h 10523536"/>
              <a:gd name="connsiteX6" fmla="*/ 1575849 w 12984664"/>
              <a:gd name="connsiteY6" fmla="*/ 25400 h 10523536"/>
              <a:gd name="connsiteX0" fmla="*/ 1575849 w 12984664"/>
              <a:gd name="connsiteY0" fmla="*/ 25400 h 10521064"/>
              <a:gd name="connsiteX1" fmla="*/ 10470064 w 12984664"/>
              <a:gd name="connsiteY1" fmla="*/ 25400 h 10521064"/>
              <a:gd name="connsiteX2" fmla="*/ 12984664 w 12984664"/>
              <a:gd name="connsiteY2" fmla="*/ 0 h 10521064"/>
              <a:gd name="connsiteX3" fmla="*/ 10890573 w 12984664"/>
              <a:gd name="connsiteY3" fmla="*/ 10415506 h 10521064"/>
              <a:gd name="connsiteX4" fmla="*/ 9291 w 12984664"/>
              <a:gd name="connsiteY4" fmla="*/ 10521064 h 10521064"/>
              <a:gd name="connsiteX5" fmla="*/ 0 w 12984664"/>
              <a:gd name="connsiteY5" fmla="*/ 1601249 h 10521064"/>
              <a:gd name="connsiteX6" fmla="*/ 1575849 w 12984664"/>
              <a:gd name="connsiteY6" fmla="*/ 25400 h 10521064"/>
              <a:gd name="connsiteX0" fmla="*/ 1575849 w 12984664"/>
              <a:gd name="connsiteY0" fmla="*/ 25400 h 10523536"/>
              <a:gd name="connsiteX1" fmla="*/ 10470064 w 12984664"/>
              <a:gd name="connsiteY1" fmla="*/ 25400 h 10523536"/>
              <a:gd name="connsiteX2" fmla="*/ 12984664 w 12984664"/>
              <a:gd name="connsiteY2" fmla="*/ 0 h 10523536"/>
              <a:gd name="connsiteX3" fmla="*/ 12294971 w 12984664"/>
              <a:gd name="connsiteY3" fmla="*/ 10523536 h 10523536"/>
              <a:gd name="connsiteX4" fmla="*/ 9291 w 12984664"/>
              <a:gd name="connsiteY4" fmla="*/ 10521064 h 10523536"/>
              <a:gd name="connsiteX5" fmla="*/ 0 w 12984664"/>
              <a:gd name="connsiteY5" fmla="*/ 1601249 h 10523536"/>
              <a:gd name="connsiteX6" fmla="*/ 1575849 w 12984664"/>
              <a:gd name="connsiteY6" fmla="*/ 25400 h 10523536"/>
              <a:gd name="connsiteX0" fmla="*/ 1575849 w 12314875"/>
              <a:gd name="connsiteY0" fmla="*/ 25400 h 10523536"/>
              <a:gd name="connsiteX1" fmla="*/ 10470064 w 12314875"/>
              <a:gd name="connsiteY1" fmla="*/ 25400 h 10523536"/>
              <a:gd name="connsiteX2" fmla="*/ 12314875 w 12314875"/>
              <a:gd name="connsiteY2" fmla="*/ 0 h 10523536"/>
              <a:gd name="connsiteX3" fmla="*/ 12294971 w 12314875"/>
              <a:gd name="connsiteY3" fmla="*/ 10523536 h 10523536"/>
              <a:gd name="connsiteX4" fmla="*/ 9291 w 12314875"/>
              <a:gd name="connsiteY4" fmla="*/ 10521064 h 10523536"/>
              <a:gd name="connsiteX5" fmla="*/ 0 w 12314875"/>
              <a:gd name="connsiteY5" fmla="*/ 1601249 h 10523536"/>
              <a:gd name="connsiteX6" fmla="*/ 1575849 w 12314875"/>
              <a:gd name="connsiteY6" fmla="*/ 25400 h 10523536"/>
              <a:gd name="connsiteX0" fmla="*/ 1575849 w 12297052"/>
              <a:gd name="connsiteY0" fmla="*/ 43981 h 10542117"/>
              <a:gd name="connsiteX1" fmla="*/ 10470064 w 12297052"/>
              <a:gd name="connsiteY1" fmla="*/ 43981 h 10542117"/>
              <a:gd name="connsiteX2" fmla="*/ 12296294 w 12297052"/>
              <a:gd name="connsiteY2" fmla="*/ 0 h 10542117"/>
              <a:gd name="connsiteX3" fmla="*/ 12294971 w 12297052"/>
              <a:gd name="connsiteY3" fmla="*/ 10542117 h 10542117"/>
              <a:gd name="connsiteX4" fmla="*/ 9291 w 12297052"/>
              <a:gd name="connsiteY4" fmla="*/ 10539645 h 10542117"/>
              <a:gd name="connsiteX5" fmla="*/ 0 w 12297052"/>
              <a:gd name="connsiteY5" fmla="*/ 1619830 h 10542117"/>
              <a:gd name="connsiteX6" fmla="*/ 1575849 w 12297052"/>
              <a:gd name="connsiteY6" fmla="*/ 43981 h 10542117"/>
              <a:gd name="connsiteX0" fmla="*/ 1575849 w 12297052"/>
              <a:gd name="connsiteY0" fmla="*/ 43981 h 10542117"/>
              <a:gd name="connsiteX1" fmla="*/ 10460773 w 12297052"/>
              <a:gd name="connsiteY1" fmla="*/ 6819 h 10542117"/>
              <a:gd name="connsiteX2" fmla="*/ 12296294 w 12297052"/>
              <a:gd name="connsiteY2" fmla="*/ 0 h 10542117"/>
              <a:gd name="connsiteX3" fmla="*/ 12294971 w 12297052"/>
              <a:gd name="connsiteY3" fmla="*/ 10542117 h 10542117"/>
              <a:gd name="connsiteX4" fmla="*/ 9291 w 12297052"/>
              <a:gd name="connsiteY4" fmla="*/ 10539645 h 10542117"/>
              <a:gd name="connsiteX5" fmla="*/ 0 w 12297052"/>
              <a:gd name="connsiteY5" fmla="*/ 1619830 h 10542117"/>
              <a:gd name="connsiteX6" fmla="*/ 1575849 w 12297052"/>
              <a:gd name="connsiteY6" fmla="*/ 43981 h 10542117"/>
              <a:gd name="connsiteX0" fmla="*/ 1575849 w 12296294"/>
              <a:gd name="connsiteY0" fmla="*/ 43981 h 10539645"/>
              <a:gd name="connsiteX1" fmla="*/ 10460773 w 12296294"/>
              <a:gd name="connsiteY1" fmla="*/ 6819 h 10539645"/>
              <a:gd name="connsiteX2" fmla="*/ 12296294 w 12296294"/>
              <a:gd name="connsiteY2" fmla="*/ 0 h 10539645"/>
              <a:gd name="connsiteX3" fmla="*/ 12174193 w 12296294"/>
              <a:gd name="connsiteY3" fmla="*/ 10430629 h 10539645"/>
              <a:gd name="connsiteX4" fmla="*/ 9291 w 12296294"/>
              <a:gd name="connsiteY4" fmla="*/ 10539645 h 10539645"/>
              <a:gd name="connsiteX5" fmla="*/ 0 w 12296294"/>
              <a:gd name="connsiteY5" fmla="*/ 1619830 h 10539645"/>
              <a:gd name="connsiteX6" fmla="*/ 1575849 w 12296294"/>
              <a:gd name="connsiteY6" fmla="*/ 43981 h 10539645"/>
              <a:gd name="connsiteX0" fmla="*/ 1575849 w 12297052"/>
              <a:gd name="connsiteY0" fmla="*/ 43981 h 10542117"/>
              <a:gd name="connsiteX1" fmla="*/ 10460773 w 12297052"/>
              <a:gd name="connsiteY1" fmla="*/ 6819 h 10542117"/>
              <a:gd name="connsiteX2" fmla="*/ 12296294 w 12297052"/>
              <a:gd name="connsiteY2" fmla="*/ 0 h 10542117"/>
              <a:gd name="connsiteX3" fmla="*/ 12294971 w 12297052"/>
              <a:gd name="connsiteY3" fmla="*/ 10542117 h 10542117"/>
              <a:gd name="connsiteX4" fmla="*/ 9291 w 12297052"/>
              <a:gd name="connsiteY4" fmla="*/ 10539645 h 10542117"/>
              <a:gd name="connsiteX5" fmla="*/ 0 w 12297052"/>
              <a:gd name="connsiteY5" fmla="*/ 1619830 h 10542117"/>
              <a:gd name="connsiteX6" fmla="*/ 1575849 w 12297052"/>
              <a:gd name="connsiteY6" fmla="*/ 43981 h 10542117"/>
              <a:gd name="connsiteX0" fmla="*/ 1575849 w 12296294"/>
              <a:gd name="connsiteY0" fmla="*/ 43981 h 10539647"/>
              <a:gd name="connsiteX1" fmla="*/ 10460773 w 12296294"/>
              <a:gd name="connsiteY1" fmla="*/ 6819 h 10539647"/>
              <a:gd name="connsiteX2" fmla="*/ 12296294 w 12296294"/>
              <a:gd name="connsiteY2" fmla="*/ 0 h 10539647"/>
              <a:gd name="connsiteX3" fmla="*/ 6479035 w 12296294"/>
              <a:gd name="connsiteY3" fmla="*/ 10319142 h 10539647"/>
              <a:gd name="connsiteX4" fmla="*/ 9291 w 12296294"/>
              <a:gd name="connsiteY4" fmla="*/ 10539645 h 10539647"/>
              <a:gd name="connsiteX5" fmla="*/ 0 w 12296294"/>
              <a:gd name="connsiteY5" fmla="*/ 1619830 h 10539647"/>
              <a:gd name="connsiteX6" fmla="*/ 1575849 w 12296294"/>
              <a:gd name="connsiteY6" fmla="*/ 43981 h 10539647"/>
              <a:gd name="connsiteX0" fmla="*/ 1575849 w 12296294"/>
              <a:gd name="connsiteY0" fmla="*/ 43981 h 10542117"/>
              <a:gd name="connsiteX1" fmla="*/ 10460773 w 12296294"/>
              <a:gd name="connsiteY1" fmla="*/ 6819 h 10542117"/>
              <a:gd name="connsiteX2" fmla="*/ 12296294 w 12296294"/>
              <a:gd name="connsiteY2" fmla="*/ 0 h 10542117"/>
              <a:gd name="connsiteX3" fmla="*/ 9414875 w 12296294"/>
              <a:gd name="connsiteY3" fmla="*/ 10542117 h 10542117"/>
              <a:gd name="connsiteX4" fmla="*/ 9291 w 12296294"/>
              <a:gd name="connsiteY4" fmla="*/ 10539645 h 10542117"/>
              <a:gd name="connsiteX5" fmla="*/ 0 w 12296294"/>
              <a:gd name="connsiteY5" fmla="*/ 1619830 h 10542117"/>
              <a:gd name="connsiteX6" fmla="*/ 1575849 w 12296294"/>
              <a:gd name="connsiteY6" fmla="*/ 43981 h 10542117"/>
              <a:gd name="connsiteX0" fmla="*/ 1575849 w 10460773"/>
              <a:gd name="connsiteY0" fmla="*/ 192631 h 10690767"/>
              <a:gd name="connsiteX1" fmla="*/ 10460773 w 10460773"/>
              <a:gd name="connsiteY1" fmla="*/ 155469 h 10690767"/>
              <a:gd name="connsiteX2" fmla="*/ 9434779 w 10460773"/>
              <a:gd name="connsiteY2" fmla="*/ 0 h 10690767"/>
              <a:gd name="connsiteX3" fmla="*/ 9414875 w 10460773"/>
              <a:gd name="connsiteY3" fmla="*/ 10690767 h 10690767"/>
              <a:gd name="connsiteX4" fmla="*/ 9291 w 10460773"/>
              <a:gd name="connsiteY4" fmla="*/ 10688295 h 10690767"/>
              <a:gd name="connsiteX5" fmla="*/ 0 w 10460773"/>
              <a:gd name="connsiteY5" fmla="*/ 1768480 h 10690767"/>
              <a:gd name="connsiteX6" fmla="*/ 1575849 w 10460773"/>
              <a:gd name="connsiteY6" fmla="*/ 192631 h 10690767"/>
              <a:gd name="connsiteX0" fmla="*/ 1575849 w 10460773"/>
              <a:gd name="connsiteY0" fmla="*/ 42782 h 10540918"/>
              <a:gd name="connsiteX1" fmla="*/ 10460773 w 10460773"/>
              <a:gd name="connsiteY1" fmla="*/ 5620 h 10540918"/>
              <a:gd name="connsiteX2" fmla="*/ 9434779 w 10460773"/>
              <a:gd name="connsiteY2" fmla="*/ 0 h 10540918"/>
              <a:gd name="connsiteX3" fmla="*/ 9414875 w 10460773"/>
              <a:gd name="connsiteY3" fmla="*/ 10540918 h 10540918"/>
              <a:gd name="connsiteX4" fmla="*/ 9291 w 10460773"/>
              <a:gd name="connsiteY4" fmla="*/ 10538446 h 10540918"/>
              <a:gd name="connsiteX5" fmla="*/ 0 w 10460773"/>
              <a:gd name="connsiteY5" fmla="*/ 1618631 h 10540918"/>
              <a:gd name="connsiteX6" fmla="*/ 1575849 w 10460773"/>
              <a:gd name="connsiteY6" fmla="*/ 42782 h 10540918"/>
              <a:gd name="connsiteX0" fmla="*/ 1575849 w 9434779"/>
              <a:gd name="connsiteY0" fmla="*/ 42782 h 10540918"/>
              <a:gd name="connsiteX1" fmla="*/ 8033220 w 9434779"/>
              <a:gd name="connsiteY1" fmla="*/ 15610 h 10540918"/>
              <a:gd name="connsiteX2" fmla="*/ 9434779 w 9434779"/>
              <a:gd name="connsiteY2" fmla="*/ 0 h 10540918"/>
              <a:gd name="connsiteX3" fmla="*/ 9414875 w 9434779"/>
              <a:gd name="connsiteY3" fmla="*/ 10540918 h 10540918"/>
              <a:gd name="connsiteX4" fmla="*/ 9291 w 9434779"/>
              <a:gd name="connsiteY4" fmla="*/ 10538446 h 10540918"/>
              <a:gd name="connsiteX5" fmla="*/ 0 w 9434779"/>
              <a:gd name="connsiteY5" fmla="*/ 1618631 h 10540918"/>
              <a:gd name="connsiteX6" fmla="*/ 1575849 w 9434779"/>
              <a:gd name="connsiteY6" fmla="*/ 42782 h 10540918"/>
              <a:gd name="connsiteX0" fmla="*/ 1575849 w 9434779"/>
              <a:gd name="connsiteY0" fmla="*/ 42782 h 10538446"/>
              <a:gd name="connsiteX1" fmla="*/ 8033220 w 9434779"/>
              <a:gd name="connsiteY1" fmla="*/ 15610 h 10538446"/>
              <a:gd name="connsiteX2" fmla="*/ 9434779 w 9434779"/>
              <a:gd name="connsiteY2" fmla="*/ 0 h 10538446"/>
              <a:gd name="connsiteX3" fmla="*/ 8835459 w 9434779"/>
              <a:gd name="connsiteY3" fmla="*/ 10411049 h 10538446"/>
              <a:gd name="connsiteX4" fmla="*/ 9291 w 9434779"/>
              <a:gd name="connsiteY4" fmla="*/ 10538446 h 10538446"/>
              <a:gd name="connsiteX5" fmla="*/ 0 w 9434779"/>
              <a:gd name="connsiteY5" fmla="*/ 1618631 h 10538446"/>
              <a:gd name="connsiteX6" fmla="*/ 1575849 w 9434779"/>
              <a:gd name="connsiteY6" fmla="*/ 42782 h 10538446"/>
              <a:gd name="connsiteX0" fmla="*/ 1575849 w 9436761"/>
              <a:gd name="connsiteY0" fmla="*/ 42782 h 10540918"/>
              <a:gd name="connsiteX1" fmla="*/ 8033220 w 9436761"/>
              <a:gd name="connsiteY1" fmla="*/ 15610 h 10540918"/>
              <a:gd name="connsiteX2" fmla="*/ 9434779 w 9436761"/>
              <a:gd name="connsiteY2" fmla="*/ 0 h 10540918"/>
              <a:gd name="connsiteX3" fmla="*/ 9434855 w 9436761"/>
              <a:gd name="connsiteY3" fmla="*/ 10540918 h 10540918"/>
              <a:gd name="connsiteX4" fmla="*/ 9291 w 9436761"/>
              <a:gd name="connsiteY4" fmla="*/ 10538446 h 10540918"/>
              <a:gd name="connsiteX5" fmla="*/ 0 w 9436761"/>
              <a:gd name="connsiteY5" fmla="*/ 1618631 h 10540918"/>
              <a:gd name="connsiteX6" fmla="*/ 1575849 w 9436761"/>
              <a:gd name="connsiteY6" fmla="*/ 42782 h 10540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436761" h="10540918">
                <a:moveTo>
                  <a:pt x="1575849" y="42782"/>
                </a:moveTo>
                <a:lnTo>
                  <a:pt x="8033220" y="15610"/>
                </a:lnTo>
                <a:lnTo>
                  <a:pt x="9434779" y="0"/>
                </a:lnTo>
                <a:cubicBezTo>
                  <a:pt x="9428144" y="3507845"/>
                  <a:pt x="9441490" y="7033073"/>
                  <a:pt x="9434855" y="10540918"/>
                </a:cubicBezTo>
                <a:lnTo>
                  <a:pt x="9291" y="10538446"/>
                </a:lnTo>
                <a:cubicBezTo>
                  <a:pt x="9291" y="7571368"/>
                  <a:pt x="0" y="4585709"/>
                  <a:pt x="0" y="1618631"/>
                </a:cubicBezTo>
                <a:cubicBezTo>
                  <a:pt x="0" y="748314"/>
                  <a:pt x="705532" y="42782"/>
                  <a:pt x="1575849" y="42782"/>
                </a:cubicBezTo>
                <a:close/>
              </a:path>
            </a:pathLst>
          </a:custGeom>
          <a:solidFill>
            <a:schemeClr val="accent4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24" tIns="45624" rIns="45624" bIns="45624" numCol="1" spcCol="38100" rtlCol="0" anchor="ctr">
            <a:noAutofit/>
          </a:bodyPr>
          <a:lstStyle/>
          <a:p>
            <a:pPr defTabSz="456231"/>
            <a:endParaRPr lang="ru-RU" sz="1796" dirty="0"/>
          </a:p>
        </p:txBody>
      </p:sp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185E07B2-C0E4-7A4B-23C2-A00ED9EBC14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 pitchFamily="2" charset="2"/>
              <a:buNone/>
              <a:defRPr sz="1600"/>
            </a:lvl1pPr>
          </a:lstStyle>
          <a:p>
            <a:fld id="{9A07687F-D30E-1A4C-A0AB-5DD07EB6EB4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3865466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ТС заголовок в 1 строку c картинк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Рисунок 5">
            <a:extLst>
              <a:ext uri="{FF2B5EF4-FFF2-40B4-BE49-F238E27FC236}">
                <a16:creationId xmlns:a16="http://schemas.microsoft.com/office/drawing/2014/main" id="{990E6B97-9591-7743-A53E-03339621AA0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898372" y="6297147"/>
            <a:ext cx="17900930" cy="4862983"/>
          </a:xfrm>
          <a:prstGeom prst="snipRoundRect">
            <a:avLst>
              <a:gd name="adj1" fmla="val 28131"/>
              <a:gd name="adj2" fmla="val 0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1EB46C4C-1034-10A7-9D85-BA384285E25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 pitchFamily="2" charset="2"/>
              <a:buNone/>
              <a:defRPr sz="1600"/>
            </a:lvl1pPr>
          </a:lstStyle>
          <a:p>
            <a:fld id="{9A07687F-D30E-1A4C-A0AB-5DD07EB6EB4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65028272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ТС заголовок в 1 строку c картинк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2">
            <a:extLst>
              <a:ext uri="{FF2B5EF4-FFF2-40B4-BE49-F238E27FC236}">
                <a16:creationId xmlns:a16="http://schemas.microsoft.com/office/drawing/2014/main" id="{B46C4582-C7E9-4148-8884-41BD35BD106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" y="-7288"/>
            <a:ext cx="9179673" cy="10448276"/>
          </a:xfrm>
          <a:custGeom>
            <a:avLst/>
            <a:gdLst>
              <a:gd name="connsiteX0" fmla="*/ 0 w 4648201"/>
              <a:gd name="connsiteY0" fmla="*/ 0 h 5567081"/>
              <a:gd name="connsiteX1" fmla="*/ 4648201 w 4648201"/>
              <a:gd name="connsiteY1" fmla="*/ 0 h 5567081"/>
              <a:gd name="connsiteX2" fmla="*/ 4648201 w 4648201"/>
              <a:gd name="connsiteY2" fmla="*/ 4551061 h 5567081"/>
              <a:gd name="connsiteX3" fmla="*/ 3632181 w 4648201"/>
              <a:gd name="connsiteY3" fmla="*/ 5567081 h 5567081"/>
              <a:gd name="connsiteX4" fmla="*/ 0 w 4648201"/>
              <a:gd name="connsiteY4" fmla="*/ 5567081 h 55670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48201" h="5567081">
                <a:moveTo>
                  <a:pt x="0" y="0"/>
                </a:moveTo>
                <a:lnTo>
                  <a:pt x="4648201" y="0"/>
                </a:lnTo>
                <a:lnTo>
                  <a:pt x="4648201" y="4551061"/>
                </a:lnTo>
                <a:cubicBezTo>
                  <a:pt x="4648201" y="5112193"/>
                  <a:pt x="4193313" y="5567081"/>
                  <a:pt x="3632181" y="5567081"/>
                </a:cubicBezTo>
                <a:lnTo>
                  <a:pt x="0" y="5567081"/>
                </a:lnTo>
                <a:close/>
              </a:path>
            </a:pathLst>
          </a:custGeom>
          <a:solidFill>
            <a:schemeClr val="accent4"/>
          </a:solidFill>
        </p:spPr>
        <p:txBody>
          <a:bodyPr lIns="0" rIns="0"/>
          <a:lstStyle>
            <a:lvl1pPr>
              <a:defRPr>
                <a:noFill/>
              </a:defRPr>
            </a:lvl1pPr>
          </a:lstStyle>
          <a:p>
            <a:endParaRPr lang="ru-RU" dirty="0"/>
          </a:p>
        </p:txBody>
      </p:sp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8075107F-80DE-B50D-C61F-B6BD51331F9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 pitchFamily="2" charset="2"/>
              <a:buNone/>
              <a:defRPr sz="1600"/>
            </a:lvl1pPr>
          </a:lstStyle>
          <a:p>
            <a:fld id="{9A07687F-D30E-1A4C-A0AB-5DD07EB6EB4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37043372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ТС заголовок в 1 строку c картинк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Рисунок 7">
            <a:extLst>
              <a:ext uri="{FF2B5EF4-FFF2-40B4-BE49-F238E27FC236}">
                <a16:creationId xmlns:a16="http://schemas.microsoft.com/office/drawing/2014/main" id="{FE972032-6100-9715-A133-BC54EDE5123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3646317" y="5543"/>
            <a:ext cx="4539723" cy="10435445"/>
          </a:xfrm>
          <a:custGeom>
            <a:avLst/>
            <a:gdLst>
              <a:gd name="connsiteX0" fmla="*/ 0 w 12661138"/>
              <a:gd name="connsiteY0" fmla="*/ 0 h 10296144"/>
              <a:gd name="connsiteX1" fmla="*/ 12661138 w 12661138"/>
              <a:gd name="connsiteY1" fmla="*/ 0 h 10296144"/>
              <a:gd name="connsiteX2" fmla="*/ 12661138 w 12661138"/>
              <a:gd name="connsiteY2" fmla="*/ 10296144 h 10296144"/>
              <a:gd name="connsiteX3" fmla="*/ 0 w 12661138"/>
              <a:gd name="connsiteY3" fmla="*/ 10296144 h 10296144"/>
              <a:gd name="connsiteX4" fmla="*/ 0 w 12661138"/>
              <a:gd name="connsiteY4" fmla="*/ 0 h 10296144"/>
              <a:gd name="connsiteX0" fmla="*/ 42418 w 12703556"/>
              <a:gd name="connsiteY0" fmla="*/ 0 h 10296144"/>
              <a:gd name="connsiteX1" fmla="*/ 12703556 w 12703556"/>
              <a:gd name="connsiteY1" fmla="*/ 0 h 10296144"/>
              <a:gd name="connsiteX2" fmla="*/ 12703556 w 12703556"/>
              <a:gd name="connsiteY2" fmla="*/ 10296144 h 10296144"/>
              <a:gd name="connsiteX3" fmla="*/ 42418 w 12703556"/>
              <a:gd name="connsiteY3" fmla="*/ 10296144 h 10296144"/>
              <a:gd name="connsiteX4" fmla="*/ 0 w 12703556"/>
              <a:gd name="connsiteY4" fmla="*/ 8814816 h 10296144"/>
              <a:gd name="connsiteX5" fmla="*/ 42418 w 12703556"/>
              <a:gd name="connsiteY5" fmla="*/ 0 h 10296144"/>
              <a:gd name="connsiteX0" fmla="*/ 42418 w 12703556"/>
              <a:gd name="connsiteY0" fmla="*/ 0 h 10296144"/>
              <a:gd name="connsiteX1" fmla="*/ 12703556 w 12703556"/>
              <a:gd name="connsiteY1" fmla="*/ 0 h 10296144"/>
              <a:gd name="connsiteX2" fmla="*/ 12703556 w 12703556"/>
              <a:gd name="connsiteY2" fmla="*/ 10296144 h 10296144"/>
              <a:gd name="connsiteX3" fmla="*/ 1645920 w 12703556"/>
              <a:gd name="connsiteY3" fmla="*/ 10296144 h 10296144"/>
              <a:gd name="connsiteX4" fmla="*/ 42418 w 12703556"/>
              <a:gd name="connsiteY4" fmla="*/ 10296144 h 10296144"/>
              <a:gd name="connsiteX5" fmla="*/ 0 w 12703556"/>
              <a:gd name="connsiteY5" fmla="*/ 8814816 h 10296144"/>
              <a:gd name="connsiteX6" fmla="*/ 42418 w 12703556"/>
              <a:gd name="connsiteY6" fmla="*/ 0 h 10296144"/>
              <a:gd name="connsiteX0" fmla="*/ 133979 w 12795117"/>
              <a:gd name="connsiteY0" fmla="*/ 0 h 10405872"/>
              <a:gd name="connsiteX1" fmla="*/ 12795117 w 12795117"/>
              <a:gd name="connsiteY1" fmla="*/ 0 h 10405872"/>
              <a:gd name="connsiteX2" fmla="*/ 12795117 w 12795117"/>
              <a:gd name="connsiteY2" fmla="*/ 10296144 h 10405872"/>
              <a:gd name="connsiteX3" fmla="*/ 1737481 w 12795117"/>
              <a:gd name="connsiteY3" fmla="*/ 10296144 h 10405872"/>
              <a:gd name="connsiteX4" fmla="*/ 133979 w 12795117"/>
              <a:gd name="connsiteY4" fmla="*/ 10296144 h 10405872"/>
              <a:gd name="connsiteX5" fmla="*/ 91561 w 12795117"/>
              <a:gd name="connsiteY5" fmla="*/ 8814816 h 10405872"/>
              <a:gd name="connsiteX6" fmla="*/ 133979 w 12795117"/>
              <a:gd name="connsiteY6" fmla="*/ 0 h 10405872"/>
              <a:gd name="connsiteX0" fmla="*/ 42418 w 12703556"/>
              <a:gd name="connsiteY0" fmla="*/ 0 h 10296144"/>
              <a:gd name="connsiteX1" fmla="*/ 12703556 w 12703556"/>
              <a:gd name="connsiteY1" fmla="*/ 0 h 10296144"/>
              <a:gd name="connsiteX2" fmla="*/ 12703556 w 12703556"/>
              <a:gd name="connsiteY2" fmla="*/ 10296144 h 10296144"/>
              <a:gd name="connsiteX3" fmla="*/ 1645920 w 12703556"/>
              <a:gd name="connsiteY3" fmla="*/ 10296144 h 10296144"/>
              <a:gd name="connsiteX4" fmla="*/ 444754 w 12703556"/>
              <a:gd name="connsiteY4" fmla="*/ 10021824 h 10296144"/>
              <a:gd name="connsiteX5" fmla="*/ 0 w 12703556"/>
              <a:gd name="connsiteY5" fmla="*/ 8814816 h 10296144"/>
              <a:gd name="connsiteX6" fmla="*/ 42418 w 12703556"/>
              <a:gd name="connsiteY6" fmla="*/ 0 h 10296144"/>
              <a:gd name="connsiteX0" fmla="*/ 69850 w 12730988"/>
              <a:gd name="connsiteY0" fmla="*/ 0 h 10346356"/>
              <a:gd name="connsiteX1" fmla="*/ 12730988 w 12730988"/>
              <a:gd name="connsiteY1" fmla="*/ 0 h 10346356"/>
              <a:gd name="connsiteX2" fmla="*/ 12730988 w 12730988"/>
              <a:gd name="connsiteY2" fmla="*/ 10296144 h 10346356"/>
              <a:gd name="connsiteX3" fmla="*/ 1673352 w 12730988"/>
              <a:gd name="connsiteY3" fmla="*/ 10296144 h 10346356"/>
              <a:gd name="connsiteX4" fmla="*/ 472186 w 12730988"/>
              <a:gd name="connsiteY4" fmla="*/ 10021824 h 10346356"/>
              <a:gd name="connsiteX5" fmla="*/ 0 w 12730988"/>
              <a:gd name="connsiteY5" fmla="*/ 7306056 h 10346356"/>
              <a:gd name="connsiteX6" fmla="*/ 69850 w 12730988"/>
              <a:gd name="connsiteY6" fmla="*/ 0 h 10346356"/>
              <a:gd name="connsiteX0" fmla="*/ 93390 w 12754528"/>
              <a:gd name="connsiteY0" fmla="*/ 0 h 10340937"/>
              <a:gd name="connsiteX1" fmla="*/ 12754528 w 12754528"/>
              <a:gd name="connsiteY1" fmla="*/ 0 h 10340937"/>
              <a:gd name="connsiteX2" fmla="*/ 12754528 w 12754528"/>
              <a:gd name="connsiteY2" fmla="*/ 10296144 h 10340937"/>
              <a:gd name="connsiteX3" fmla="*/ 3955460 w 12754528"/>
              <a:gd name="connsiteY3" fmla="*/ 10287000 h 10340937"/>
              <a:gd name="connsiteX4" fmla="*/ 495726 w 12754528"/>
              <a:gd name="connsiteY4" fmla="*/ 10021824 h 10340937"/>
              <a:gd name="connsiteX5" fmla="*/ 23540 w 12754528"/>
              <a:gd name="connsiteY5" fmla="*/ 7306056 h 10340937"/>
              <a:gd name="connsiteX6" fmla="*/ 93390 w 12754528"/>
              <a:gd name="connsiteY6" fmla="*/ 0 h 10340937"/>
              <a:gd name="connsiteX0" fmla="*/ 69850 w 12730988"/>
              <a:gd name="connsiteY0" fmla="*/ 0 h 10296144"/>
              <a:gd name="connsiteX1" fmla="*/ 12730988 w 12730988"/>
              <a:gd name="connsiteY1" fmla="*/ 0 h 10296144"/>
              <a:gd name="connsiteX2" fmla="*/ 12730988 w 12730988"/>
              <a:gd name="connsiteY2" fmla="*/ 10296144 h 10296144"/>
              <a:gd name="connsiteX3" fmla="*/ 3931920 w 12730988"/>
              <a:gd name="connsiteY3" fmla="*/ 10287000 h 10296144"/>
              <a:gd name="connsiteX4" fmla="*/ 737362 w 12730988"/>
              <a:gd name="connsiteY4" fmla="*/ 9848088 h 10296144"/>
              <a:gd name="connsiteX5" fmla="*/ 0 w 12730988"/>
              <a:gd name="connsiteY5" fmla="*/ 7306056 h 10296144"/>
              <a:gd name="connsiteX6" fmla="*/ 69850 w 12730988"/>
              <a:gd name="connsiteY6" fmla="*/ 0 h 10296144"/>
              <a:gd name="connsiteX0" fmla="*/ 69850 w 12730988"/>
              <a:gd name="connsiteY0" fmla="*/ 0 h 10312880"/>
              <a:gd name="connsiteX1" fmla="*/ 12730988 w 12730988"/>
              <a:gd name="connsiteY1" fmla="*/ 0 h 10312880"/>
              <a:gd name="connsiteX2" fmla="*/ 12730988 w 12730988"/>
              <a:gd name="connsiteY2" fmla="*/ 10296144 h 10312880"/>
              <a:gd name="connsiteX3" fmla="*/ 3931920 w 12730988"/>
              <a:gd name="connsiteY3" fmla="*/ 10287000 h 10312880"/>
              <a:gd name="connsiteX4" fmla="*/ 737362 w 12730988"/>
              <a:gd name="connsiteY4" fmla="*/ 9848088 h 10312880"/>
              <a:gd name="connsiteX5" fmla="*/ 0 w 12730988"/>
              <a:gd name="connsiteY5" fmla="*/ 7306056 h 10312880"/>
              <a:gd name="connsiteX6" fmla="*/ 69850 w 12730988"/>
              <a:gd name="connsiteY6" fmla="*/ 0 h 10312880"/>
              <a:gd name="connsiteX0" fmla="*/ 69850 w 12730988"/>
              <a:gd name="connsiteY0" fmla="*/ 0 h 10315822"/>
              <a:gd name="connsiteX1" fmla="*/ 12730988 w 12730988"/>
              <a:gd name="connsiteY1" fmla="*/ 0 h 10315822"/>
              <a:gd name="connsiteX2" fmla="*/ 12730988 w 12730988"/>
              <a:gd name="connsiteY2" fmla="*/ 10296144 h 10315822"/>
              <a:gd name="connsiteX3" fmla="*/ 3931920 w 12730988"/>
              <a:gd name="connsiteY3" fmla="*/ 10287000 h 10315822"/>
              <a:gd name="connsiteX4" fmla="*/ 682498 w 12730988"/>
              <a:gd name="connsiteY4" fmla="*/ 9857232 h 10315822"/>
              <a:gd name="connsiteX5" fmla="*/ 0 w 12730988"/>
              <a:gd name="connsiteY5" fmla="*/ 7306056 h 10315822"/>
              <a:gd name="connsiteX6" fmla="*/ 69850 w 12730988"/>
              <a:gd name="connsiteY6" fmla="*/ 0 h 10315822"/>
              <a:gd name="connsiteX0" fmla="*/ 24142 w 12685280"/>
              <a:gd name="connsiteY0" fmla="*/ 0 h 10296144"/>
              <a:gd name="connsiteX1" fmla="*/ 12685280 w 12685280"/>
              <a:gd name="connsiteY1" fmla="*/ 0 h 10296144"/>
              <a:gd name="connsiteX2" fmla="*/ 12685280 w 12685280"/>
              <a:gd name="connsiteY2" fmla="*/ 10296144 h 10296144"/>
              <a:gd name="connsiteX3" fmla="*/ 3886212 w 12685280"/>
              <a:gd name="connsiteY3" fmla="*/ 10287000 h 10296144"/>
              <a:gd name="connsiteX4" fmla="*/ 636790 w 12685280"/>
              <a:gd name="connsiteY4" fmla="*/ 9857232 h 10296144"/>
              <a:gd name="connsiteX5" fmla="*/ 12 w 12685280"/>
              <a:gd name="connsiteY5" fmla="*/ 7342632 h 10296144"/>
              <a:gd name="connsiteX6" fmla="*/ 24142 w 12685280"/>
              <a:gd name="connsiteY6" fmla="*/ 0 h 10296144"/>
              <a:gd name="connsiteX0" fmla="*/ 26098 w 12687236"/>
              <a:gd name="connsiteY0" fmla="*/ 0 h 10296144"/>
              <a:gd name="connsiteX1" fmla="*/ 12687236 w 12687236"/>
              <a:gd name="connsiteY1" fmla="*/ 0 h 10296144"/>
              <a:gd name="connsiteX2" fmla="*/ 12687236 w 12687236"/>
              <a:gd name="connsiteY2" fmla="*/ 10296144 h 10296144"/>
              <a:gd name="connsiteX3" fmla="*/ 3888168 w 12687236"/>
              <a:gd name="connsiteY3" fmla="*/ 10287000 h 10296144"/>
              <a:gd name="connsiteX4" fmla="*/ 638746 w 12687236"/>
              <a:gd name="connsiteY4" fmla="*/ 9857232 h 10296144"/>
              <a:gd name="connsiteX5" fmla="*/ 1968 w 12687236"/>
              <a:gd name="connsiteY5" fmla="*/ 7342632 h 10296144"/>
              <a:gd name="connsiteX6" fmla="*/ 26098 w 12687236"/>
              <a:gd name="connsiteY6" fmla="*/ 0 h 10296144"/>
              <a:gd name="connsiteX0" fmla="*/ 26098 w 12687236"/>
              <a:gd name="connsiteY0" fmla="*/ 0 h 10319264"/>
              <a:gd name="connsiteX1" fmla="*/ 12687236 w 12687236"/>
              <a:gd name="connsiteY1" fmla="*/ 0 h 10319264"/>
              <a:gd name="connsiteX2" fmla="*/ 12687236 w 12687236"/>
              <a:gd name="connsiteY2" fmla="*/ 10296144 h 10319264"/>
              <a:gd name="connsiteX3" fmla="*/ 3881818 w 12687236"/>
              <a:gd name="connsiteY3" fmla="*/ 10318750 h 10319264"/>
              <a:gd name="connsiteX4" fmla="*/ 638746 w 12687236"/>
              <a:gd name="connsiteY4" fmla="*/ 9857232 h 10319264"/>
              <a:gd name="connsiteX5" fmla="*/ 1968 w 12687236"/>
              <a:gd name="connsiteY5" fmla="*/ 7342632 h 10319264"/>
              <a:gd name="connsiteX6" fmla="*/ 26098 w 12687236"/>
              <a:gd name="connsiteY6" fmla="*/ 0 h 10319264"/>
              <a:gd name="connsiteX0" fmla="*/ 26098 w 12687236"/>
              <a:gd name="connsiteY0" fmla="*/ 0 h 10319264"/>
              <a:gd name="connsiteX1" fmla="*/ 12687236 w 12687236"/>
              <a:gd name="connsiteY1" fmla="*/ 0 h 10319264"/>
              <a:gd name="connsiteX2" fmla="*/ 12687236 w 12687236"/>
              <a:gd name="connsiteY2" fmla="*/ 10296144 h 10319264"/>
              <a:gd name="connsiteX3" fmla="*/ 3881818 w 12687236"/>
              <a:gd name="connsiteY3" fmla="*/ 10318750 h 10319264"/>
              <a:gd name="connsiteX4" fmla="*/ 638746 w 12687236"/>
              <a:gd name="connsiteY4" fmla="*/ 9857232 h 10319264"/>
              <a:gd name="connsiteX5" fmla="*/ 1968 w 12687236"/>
              <a:gd name="connsiteY5" fmla="*/ 7342632 h 10319264"/>
              <a:gd name="connsiteX6" fmla="*/ 26098 w 12687236"/>
              <a:gd name="connsiteY6" fmla="*/ 0 h 10319264"/>
              <a:gd name="connsiteX0" fmla="*/ 26098 w 12687236"/>
              <a:gd name="connsiteY0" fmla="*/ 0 h 10320841"/>
              <a:gd name="connsiteX1" fmla="*/ 12687236 w 12687236"/>
              <a:gd name="connsiteY1" fmla="*/ 0 h 10320841"/>
              <a:gd name="connsiteX2" fmla="*/ 12687236 w 12687236"/>
              <a:gd name="connsiteY2" fmla="*/ 10296144 h 10320841"/>
              <a:gd name="connsiteX3" fmla="*/ 3881818 w 12687236"/>
              <a:gd name="connsiteY3" fmla="*/ 10318750 h 10320841"/>
              <a:gd name="connsiteX4" fmla="*/ 638746 w 12687236"/>
              <a:gd name="connsiteY4" fmla="*/ 9857232 h 10320841"/>
              <a:gd name="connsiteX5" fmla="*/ 1968 w 12687236"/>
              <a:gd name="connsiteY5" fmla="*/ 7342632 h 10320841"/>
              <a:gd name="connsiteX6" fmla="*/ 26098 w 12687236"/>
              <a:gd name="connsiteY6" fmla="*/ 0 h 10320841"/>
              <a:gd name="connsiteX0" fmla="*/ 26098 w 12687236"/>
              <a:gd name="connsiteY0" fmla="*/ 0 h 10357686"/>
              <a:gd name="connsiteX1" fmla="*/ 12687236 w 12687236"/>
              <a:gd name="connsiteY1" fmla="*/ 0 h 10357686"/>
              <a:gd name="connsiteX2" fmla="*/ 12687236 w 12687236"/>
              <a:gd name="connsiteY2" fmla="*/ 10296144 h 10357686"/>
              <a:gd name="connsiteX3" fmla="*/ 3881818 w 12687236"/>
              <a:gd name="connsiteY3" fmla="*/ 10318750 h 10357686"/>
              <a:gd name="connsiteX4" fmla="*/ 638746 w 12687236"/>
              <a:gd name="connsiteY4" fmla="*/ 9857232 h 10357686"/>
              <a:gd name="connsiteX5" fmla="*/ 1968 w 12687236"/>
              <a:gd name="connsiteY5" fmla="*/ 7342632 h 10357686"/>
              <a:gd name="connsiteX6" fmla="*/ 26098 w 12687236"/>
              <a:gd name="connsiteY6" fmla="*/ 0 h 10357686"/>
              <a:gd name="connsiteX0" fmla="*/ 26098 w 12687236"/>
              <a:gd name="connsiteY0" fmla="*/ 0 h 10325345"/>
              <a:gd name="connsiteX1" fmla="*/ 12687236 w 12687236"/>
              <a:gd name="connsiteY1" fmla="*/ 0 h 10325345"/>
              <a:gd name="connsiteX2" fmla="*/ 12687236 w 12687236"/>
              <a:gd name="connsiteY2" fmla="*/ 10296144 h 10325345"/>
              <a:gd name="connsiteX3" fmla="*/ 3881818 w 12687236"/>
              <a:gd name="connsiteY3" fmla="*/ 10318750 h 10325345"/>
              <a:gd name="connsiteX4" fmla="*/ 638746 w 12687236"/>
              <a:gd name="connsiteY4" fmla="*/ 9857232 h 10325345"/>
              <a:gd name="connsiteX5" fmla="*/ 1968 w 12687236"/>
              <a:gd name="connsiteY5" fmla="*/ 7342632 h 10325345"/>
              <a:gd name="connsiteX6" fmla="*/ 26098 w 12687236"/>
              <a:gd name="connsiteY6" fmla="*/ 0 h 10325345"/>
              <a:gd name="connsiteX0" fmla="*/ 38242 w 12699380"/>
              <a:gd name="connsiteY0" fmla="*/ 0 h 10321842"/>
              <a:gd name="connsiteX1" fmla="*/ 12699380 w 12699380"/>
              <a:gd name="connsiteY1" fmla="*/ 0 h 10321842"/>
              <a:gd name="connsiteX2" fmla="*/ 12699380 w 12699380"/>
              <a:gd name="connsiteY2" fmla="*/ 10296144 h 10321842"/>
              <a:gd name="connsiteX3" fmla="*/ 3893962 w 12699380"/>
              <a:gd name="connsiteY3" fmla="*/ 10318750 h 10321842"/>
              <a:gd name="connsiteX4" fmla="*/ 650890 w 12699380"/>
              <a:gd name="connsiteY4" fmla="*/ 9857232 h 10321842"/>
              <a:gd name="connsiteX5" fmla="*/ 1412 w 12699380"/>
              <a:gd name="connsiteY5" fmla="*/ 7126732 h 10321842"/>
              <a:gd name="connsiteX6" fmla="*/ 38242 w 12699380"/>
              <a:gd name="connsiteY6" fmla="*/ 0 h 10321842"/>
              <a:gd name="connsiteX0" fmla="*/ 50630 w 12711768"/>
              <a:gd name="connsiteY0" fmla="*/ 0 h 10320415"/>
              <a:gd name="connsiteX1" fmla="*/ 12711768 w 12711768"/>
              <a:gd name="connsiteY1" fmla="*/ 0 h 10320415"/>
              <a:gd name="connsiteX2" fmla="*/ 12711768 w 12711768"/>
              <a:gd name="connsiteY2" fmla="*/ 10296144 h 10320415"/>
              <a:gd name="connsiteX3" fmla="*/ 3906350 w 12711768"/>
              <a:gd name="connsiteY3" fmla="*/ 10318750 h 10320415"/>
              <a:gd name="connsiteX4" fmla="*/ 663278 w 12711768"/>
              <a:gd name="connsiteY4" fmla="*/ 9857232 h 10320415"/>
              <a:gd name="connsiteX5" fmla="*/ 1100 w 12711768"/>
              <a:gd name="connsiteY5" fmla="*/ 7221982 h 10320415"/>
              <a:gd name="connsiteX6" fmla="*/ 50630 w 12711768"/>
              <a:gd name="connsiteY6" fmla="*/ 0 h 10320415"/>
              <a:gd name="connsiteX0" fmla="*/ 56870 w 12718008"/>
              <a:gd name="connsiteY0" fmla="*/ 0 h 10319307"/>
              <a:gd name="connsiteX1" fmla="*/ 12718008 w 12718008"/>
              <a:gd name="connsiteY1" fmla="*/ 0 h 10319307"/>
              <a:gd name="connsiteX2" fmla="*/ 12718008 w 12718008"/>
              <a:gd name="connsiteY2" fmla="*/ 10296144 h 10319307"/>
              <a:gd name="connsiteX3" fmla="*/ 3912590 w 12718008"/>
              <a:gd name="connsiteY3" fmla="*/ 10318750 h 10319307"/>
              <a:gd name="connsiteX4" fmla="*/ 669518 w 12718008"/>
              <a:gd name="connsiteY4" fmla="*/ 9857232 h 10319307"/>
              <a:gd name="connsiteX5" fmla="*/ 990 w 12718008"/>
              <a:gd name="connsiteY5" fmla="*/ 7336282 h 10319307"/>
              <a:gd name="connsiteX6" fmla="*/ 56870 w 12718008"/>
              <a:gd name="connsiteY6" fmla="*/ 0 h 10319307"/>
              <a:gd name="connsiteX0" fmla="*/ 55992 w 12717130"/>
              <a:gd name="connsiteY0" fmla="*/ 0 h 10319307"/>
              <a:gd name="connsiteX1" fmla="*/ 12717130 w 12717130"/>
              <a:gd name="connsiteY1" fmla="*/ 0 h 10319307"/>
              <a:gd name="connsiteX2" fmla="*/ 12717130 w 12717130"/>
              <a:gd name="connsiteY2" fmla="*/ 10296144 h 10319307"/>
              <a:gd name="connsiteX3" fmla="*/ 3911712 w 12717130"/>
              <a:gd name="connsiteY3" fmla="*/ 10318750 h 10319307"/>
              <a:gd name="connsiteX4" fmla="*/ 668640 w 12717130"/>
              <a:gd name="connsiteY4" fmla="*/ 9857232 h 10319307"/>
              <a:gd name="connsiteX5" fmla="*/ 112 w 12717130"/>
              <a:gd name="connsiteY5" fmla="*/ 7336282 h 10319307"/>
              <a:gd name="connsiteX6" fmla="*/ 55992 w 12717130"/>
              <a:gd name="connsiteY6" fmla="*/ 0 h 10319307"/>
              <a:gd name="connsiteX0" fmla="*/ 43327 w 12704465"/>
              <a:gd name="connsiteY0" fmla="*/ 0 h 10319660"/>
              <a:gd name="connsiteX1" fmla="*/ 12704465 w 12704465"/>
              <a:gd name="connsiteY1" fmla="*/ 0 h 10319660"/>
              <a:gd name="connsiteX2" fmla="*/ 12704465 w 12704465"/>
              <a:gd name="connsiteY2" fmla="*/ 10296144 h 10319660"/>
              <a:gd name="connsiteX3" fmla="*/ 3899047 w 12704465"/>
              <a:gd name="connsiteY3" fmla="*/ 10318750 h 10319660"/>
              <a:gd name="connsiteX4" fmla="*/ 655975 w 12704465"/>
              <a:gd name="connsiteY4" fmla="*/ 9857232 h 10319660"/>
              <a:gd name="connsiteX5" fmla="*/ 147 w 12704465"/>
              <a:gd name="connsiteY5" fmla="*/ 7291832 h 10319660"/>
              <a:gd name="connsiteX6" fmla="*/ 43327 w 12704465"/>
              <a:gd name="connsiteY6" fmla="*/ 0 h 10319660"/>
              <a:gd name="connsiteX0" fmla="*/ 48833 w 12709971"/>
              <a:gd name="connsiteY0" fmla="*/ 0 h 10319660"/>
              <a:gd name="connsiteX1" fmla="*/ 12709971 w 12709971"/>
              <a:gd name="connsiteY1" fmla="*/ 0 h 10319660"/>
              <a:gd name="connsiteX2" fmla="*/ 12709971 w 12709971"/>
              <a:gd name="connsiteY2" fmla="*/ 10296144 h 10319660"/>
              <a:gd name="connsiteX3" fmla="*/ 3904553 w 12709971"/>
              <a:gd name="connsiteY3" fmla="*/ 10318750 h 10319660"/>
              <a:gd name="connsiteX4" fmla="*/ 661481 w 12709971"/>
              <a:gd name="connsiteY4" fmla="*/ 9857232 h 10319660"/>
              <a:gd name="connsiteX5" fmla="*/ 5653 w 12709971"/>
              <a:gd name="connsiteY5" fmla="*/ 7291832 h 10319660"/>
              <a:gd name="connsiteX6" fmla="*/ 48833 w 12709971"/>
              <a:gd name="connsiteY6" fmla="*/ 0 h 10319660"/>
              <a:gd name="connsiteX0" fmla="*/ 47927 w 12709065"/>
              <a:gd name="connsiteY0" fmla="*/ 0 h 10320373"/>
              <a:gd name="connsiteX1" fmla="*/ 12709065 w 12709065"/>
              <a:gd name="connsiteY1" fmla="*/ 0 h 10320373"/>
              <a:gd name="connsiteX2" fmla="*/ 12709065 w 12709065"/>
              <a:gd name="connsiteY2" fmla="*/ 10296144 h 10320373"/>
              <a:gd name="connsiteX3" fmla="*/ 3903647 w 12709065"/>
              <a:gd name="connsiteY3" fmla="*/ 10318750 h 10320373"/>
              <a:gd name="connsiteX4" fmla="*/ 660575 w 12709065"/>
              <a:gd name="connsiteY4" fmla="*/ 9857232 h 10320373"/>
              <a:gd name="connsiteX5" fmla="*/ 4747 w 12709065"/>
              <a:gd name="connsiteY5" fmla="*/ 7291832 h 10320373"/>
              <a:gd name="connsiteX6" fmla="*/ 47927 w 12709065"/>
              <a:gd name="connsiteY6" fmla="*/ 0 h 10320373"/>
              <a:gd name="connsiteX0" fmla="*/ 49627 w 12710765"/>
              <a:gd name="connsiteY0" fmla="*/ 0 h 10324956"/>
              <a:gd name="connsiteX1" fmla="*/ 12710765 w 12710765"/>
              <a:gd name="connsiteY1" fmla="*/ 0 h 10324956"/>
              <a:gd name="connsiteX2" fmla="*/ 12710765 w 12710765"/>
              <a:gd name="connsiteY2" fmla="*/ 10296144 h 10324956"/>
              <a:gd name="connsiteX3" fmla="*/ 3999558 w 12710765"/>
              <a:gd name="connsiteY3" fmla="*/ 10324291 h 10324956"/>
              <a:gd name="connsiteX4" fmla="*/ 662275 w 12710765"/>
              <a:gd name="connsiteY4" fmla="*/ 9857232 h 10324956"/>
              <a:gd name="connsiteX5" fmla="*/ 6447 w 12710765"/>
              <a:gd name="connsiteY5" fmla="*/ 7291832 h 10324956"/>
              <a:gd name="connsiteX6" fmla="*/ 49627 w 12710765"/>
              <a:gd name="connsiteY6" fmla="*/ 0 h 10324956"/>
              <a:gd name="connsiteX0" fmla="*/ 60198 w 12721336"/>
              <a:gd name="connsiteY0" fmla="*/ 0 h 10326025"/>
              <a:gd name="connsiteX1" fmla="*/ 12721336 w 12721336"/>
              <a:gd name="connsiteY1" fmla="*/ 0 h 10326025"/>
              <a:gd name="connsiteX2" fmla="*/ 12721336 w 12721336"/>
              <a:gd name="connsiteY2" fmla="*/ 10296144 h 10326025"/>
              <a:gd name="connsiteX3" fmla="*/ 4010129 w 12721336"/>
              <a:gd name="connsiteY3" fmla="*/ 10324291 h 10326025"/>
              <a:gd name="connsiteX4" fmla="*/ 672846 w 12721336"/>
              <a:gd name="connsiteY4" fmla="*/ 9857232 h 10326025"/>
              <a:gd name="connsiteX5" fmla="*/ 5934 w 12721336"/>
              <a:gd name="connsiteY5" fmla="*/ 7186538 h 10326025"/>
              <a:gd name="connsiteX6" fmla="*/ 60198 w 12721336"/>
              <a:gd name="connsiteY6" fmla="*/ 0 h 10326025"/>
              <a:gd name="connsiteX0" fmla="*/ 39121 w 12700259"/>
              <a:gd name="connsiteY0" fmla="*/ 0 h 10326244"/>
              <a:gd name="connsiteX1" fmla="*/ 12700259 w 12700259"/>
              <a:gd name="connsiteY1" fmla="*/ 0 h 10326244"/>
              <a:gd name="connsiteX2" fmla="*/ 12700259 w 12700259"/>
              <a:gd name="connsiteY2" fmla="*/ 10296144 h 10326244"/>
              <a:gd name="connsiteX3" fmla="*/ 3989052 w 12700259"/>
              <a:gd name="connsiteY3" fmla="*/ 10324291 h 10326244"/>
              <a:gd name="connsiteX4" fmla="*/ 651769 w 12700259"/>
              <a:gd name="connsiteY4" fmla="*/ 9857232 h 10326244"/>
              <a:gd name="connsiteX5" fmla="*/ 7025 w 12700259"/>
              <a:gd name="connsiteY5" fmla="*/ 7169913 h 10326244"/>
              <a:gd name="connsiteX6" fmla="*/ 39121 w 12700259"/>
              <a:gd name="connsiteY6" fmla="*/ 0 h 10326244"/>
              <a:gd name="connsiteX0" fmla="*/ 56185 w 12739491"/>
              <a:gd name="connsiteY0" fmla="*/ 5542 h 10326244"/>
              <a:gd name="connsiteX1" fmla="*/ 12739491 w 12739491"/>
              <a:gd name="connsiteY1" fmla="*/ 0 h 10326244"/>
              <a:gd name="connsiteX2" fmla="*/ 12739491 w 12739491"/>
              <a:gd name="connsiteY2" fmla="*/ 10296144 h 10326244"/>
              <a:gd name="connsiteX3" fmla="*/ 4028284 w 12739491"/>
              <a:gd name="connsiteY3" fmla="*/ 10324291 h 10326244"/>
              <a:gd name="connsiteX4" fmla="*/ 691001 w 12739491"/>
              <a:gd name="connsiteY4" fmla="*/ 9857232 h 10326244"/>
              <a:gd name="connsiteX5" fmla="*/ 46257 w 12739491"/>
              <a:gd name="connsiteY5" fmla="*/ 7169913 h 10326244"/>
              <a:gd name="connsiteX6" fmla="*/ 56185 w 12739491"/>
              <a:gd name="connsiteY6" fmla="*/ 5542 h 10326244"/>
              <a:gd name="connsiteX0" fmla="*/ 19304 w 12702610"/>
              <a:gd name="connsiteY0" fmla="*/ 5542 h 10326244"/>
              <a:gd name="connsiteX1" fmla="*/ 12702610 w 12702610"/>
              <a:gd name="connsiteY1" fmla="*/ 0 h 10326244"/>
              <a:gd name="connsiteX2" fmla="*/ 12702610 w 12702610"/>
              <a:gd name="connsiteY2" fmla="*/ 10296144 h 10326244"/>
              <a:gd name="connsiteX3" fmla="*/ 3991403 w 12702610"/>
              <a:gd name="connsiteY3" fmla="*/ 10324291 h 10326244"/>
              <a:gd name="connsiteX4" fmla="*/ 654120 w 12702610"/>
              <a:gd name="connsiteY4" fmla="*/ 9857232 h 10326244"/>
              <a:gd name="connsiteX5" fmla="*/ 9376 w 12702610"/>
              <a:gd name="connsiteY5" fmla="*/ 7169913 h 10326244"/>
              <a:gd name="connsiteX6" fmla="*/ 19304 w 12702610"/>
              <a:gd name="connsiteY6" fmla="*/ 5542 h 10326244"/>
              <a:gd name="connsiteX0" fmla="*/ 12483 w 12695789"/>
              <a:gd name="connsiteY0" fmla="*/ 5542 h 10326244"/>
              <a:gd name="connsiteX1" fmla="*/ 12695789 w 12695789"/>
              <a:gd name="connsiteY1" fmla="*/ 0 h 10326244"/>
              <a:gd name="connsiteX2" fmla="*/ 12695789 w 12695789"/>
              <a:gd name="connsiteY2" fmla="*/ 10296144 h 10326244"/>
              <a:gd name="connsiteX3" fmla="*/ 3984582 w 12695789"/>
              <a:gd name="connsiteY3" fmla="*/ 10324291 h 10326244"/>
              <a:gd name="connsiteX4" fmla="*/ 647299 w 12695789"/>
              <a:gd name="connsiteY4" fmla="*/ 9857232 h 10326244"/>
              <a:gd name="connsiteX5" fmla="*/ 2555 w 12695789"/>
              <a:gd name="connsiteY5" fmla="*/ 7169913 h 10326244"/>
              <a:gd name="connsiteX6" fmla="*/ 12483 w 12695789"/>
              <a:gd name="connsiteY6" fmla="*/ 5542 h 10326244"/>
              <a:gd name="connsiteX0" fmla="*/ 10991 w 12694297"/>
              <a:gd name="connsiteY0" fmla="*/ 5542 h 10325135"/>
              <a:gd name="connsiteX1" fmla="*/ 12694297 w 12694297"/>
              <a:gd name="connsiteY1" fmla="*/ 0 h 10325135"/>
              <a:gd name="connsiteX2" fmla="*/ 12694297 w 12694297"/>
              <a:gd name="connsiteY2" fmla="*/ 10296144 h 10325135"/>
              <a:gd name="connsiteX3" fmla="*/ 3983090 w 12694297"/>
              <a:gd name="connsiteY3" fmla="*/ 10324291 h 10325135"/>
              <a:gd name="connsiteX4" fmla="*/ 645807 w 12694297"/>
              <a:gd name="connsiteY4" fmla="*/ 9857232 h 10325135"/>
              <a:gd name="connsiteX5" fmla="*/ 1063 w 12694297"/>
              <a:gd name="connsiteY5" fmla="*/ 7169913 h 10325135"/>
              <a:gd name="connsiteX6" fmla="*/ 10991 w 12694297"/>
              <a:gd name="connsiteY6" fmla="*/ 5542 h 10325135"/>
              <a:gd name="connsiteX0" fmla="*/ 12965 w 12696271"/>
              <a:gd name="connsiteY0" fmla="*/ 5542 h 10335341"/>
              <a:gd name="connsiteX1" fmla="*/ 12696271 w 12696271"/>
              <a:gd name="connsiteY1" fmla="*/ 0 h 10335341"/>
              <a:gd name="connsiteX2" fmla="*/ 12696271 w 12696271"/>
              <a:gd name="connsiteY2" fmla="*/ 10296144 h 10335341"/>
              <a:gd name="connsiteX3" fmla="*/ 3985064 w 12696271"/>
              <a:gd name="connsiteY3" fmla="*/ 10324291 h 10335341"/>
              <a:gd name="connsiteX4" fmla="*/ 647781 w 12696271"/>
              <a:gd name="connsiteY4" fmla="*/ 9857232 h 10335341"/>
              <a:gd name="connsiteX5" fmla="*/ 3037 w 12696271"/>
              <a:gd name="connsiteY5" fmla="*/ 7169913 h 10335341"/>
              <a:gd name="connsiteX6" fmla="*/ 12965 w 12696271"/>
              <a:gd name="connsiteY6" fmla="*/ 5542 h 10335341"/>
              <a:gd name="connsiteX0" fmla="*/ 12276 w 12695582"/>
              <a:gd name="connsiteY0" fmla="*/ 5542 h 10328487"/>
              <a:gd name="connsiteX1" fmla="*/ 12695582 w 12695582"/>
              <a:gd name="connsiteY1" fmla="*/ 0 h 10328487"/>
              <a:gd name="connsiteX2" fmla="*/ 12695582 w 12695582"/>
              <a:gd name="connsiteY2" fmla="*/ 10296144 h 10328487"/>
              <a:gd name="connsiteX3" fmla="*/ 3984375 w 12695582"/>
              <a:gd name="connsiteY3" fmla="*/ 10324291 h 10328487"/>
              <a:gd name="connsiteX4" fmla="*/ 647092 w 12695582"/>
              <a:gd name="connsiteY4" fmla="*/ 9857232 h 10328487"/>
              <a:gd name="connsiteX5" fmla="*/ 2348 w 12695582"/>
              <a:gd name="connsiteY5" fmla="*/ 7169913 h 10328487"/>
              <a:gd name="connsiteX6" fmla="*/ 12276 w 12695582"/>
              <a:gd name="connsiteY6" fmla="*/ 5542 h 10328487"/>
              <a:gd name="connsiteX0" fmla="*/ 12276 w 12695582"/>
              <a:gd name="connsiteY0" fmla="*/ 5542 h 10362575"/>
              <a:gd name="connsiteX1" fmla="*/ 12695582 w 12695582"/>
              <a:gd name="connsiteY1" fmla="*/ 0 h 10362575"/>
              <a:gd name="connsiteX2" fmla="*/ 12695582 w 12695582"/>
              <a:gd name="connsiteY2" fmla="*/ 10296144 h 10362575"/>
              <a:gd name="connsiteX3" fmla="*/ 3975182 w 12695582"/>
              <a:gd name="connsiteY3" fmla="*/ 10361766 h 10362575"/>
              <a:gd name="connsiteX4" fmla="*/ 647092 w 12695582"/>
              <a:gd name="connsiteY4" fmla="*/ 9857232 h 10362575"/>
              <a:gd name="connsiteX5" fmla="*/ 2348 w 12695582"/>
              <a:gd name="connsiteY5" fmla="*/ 7169913 h 10362575"/>
              <a:gd name="connsiteX6" fmla="*/ 12276 w 12695582"/>
              <a:gd name="connsiteY6" fmla="*/ 5542 h 10362575"/>
              <a:gd name="connsiteX0" fmla="*/ 12276 w 12695582"/>
              <a:gd name="connsiteY0" fmla="*/ 5542 h 10363599"/>
              <a:gd name="connsiteX1" fmla="*/ 12695582 w 12695582"/>
              <a:gd name="connsiteY1" fmla="*/ 0 h 10363599"/>
              <a:gd name="connsiteX2" fmla="*/ 12686389 w 12695582"/>
              <a:gd name="connsiteY2" fmla="*/ 10363599 h 10363599"/>
              <a:gd name="connsiteX3" fmla="*/ 3975182 w 12695582"/>
              <a:gd name="connsiteY3" fmla="*/ 10361766 h 10363599"/>
              <a:gd name="connsiteX4" fmla="*/ 647092 w 12695582"/>
              <a:gd name="connsiteY4" fmla="*/ 9857232 h 10363599"/>
              <a:gd name="connsiteX5" fmla="*/ 2348 w 12695582"/>
              <a:gd name="connsiteY5" fmla="*/ 7169913 h 10363599"/>
              <a:gd name="connsiteX6" fmla="*/ 12276 w 12695582"/>
              <a:gd name="connsiteY6" fmla="*/ 5542 h 10363599"/>
              <a:gd name="connsiteX0" fmla="*/ 52782 w 12736088"/>
              <a:gd name="connsiteY0" fmla="*/ 5542 h 10364238"/>
              <a:gd name="connsiteX1" fmla="*/ 12736088 w 12736088"/>
              <a:gd name="connsiteY1" fmla="*/ 0 h 10364238"/>
              <a:gd name="connsiteX2" fmla="*/ 12726895 w 12736088"/>
              <a:gd name="connsiteY2" fmla="*/ 10363599 h 10364238"/>
              <a:gd name="connsiteX3" fmla="*/ 4015688 w 12736088"/>
              <a:gd name="connsiteY3" fmla="*/ 10361766 h 10364238"/>
              <a:gd name="connsiteX4" fmla="*/ 641632 w 12736088"/>
              <a:gd name="connsiteY4" fmla="*/ 9879717 h 10364238"/>
              <a:gd name="connsiteX5" fmla="*/ 42854 w 12736088"/>
              <a:gd name="connsiteY5" fmla="*/ 7169913 h 10364238"/>
              <a:gd name="connsiteX6" fmla="*/ 52782 w 12736088"/>
              <a:gd name="connsiteY6" fmla="*/ 5542 h 10364238"/>
              <a:gd name="connsiteX0" fmla="*/ 12884 w 12770412"/>
              <a:gd name="connsiteY0" fmla="*/ 12266 h 10364238"/>
              <a:gd name="connsiteX1" fmla="*/ 12770412 w 12770412"/>
              <a:gd name="connsiteY1" fmla="*/ 0 h 10364238"/>
              <a:gd name="connsiteX2" fmla="*/ 12761219 w 12770412"/>
              <a:gd name="connsiteY2" fmla="*/ 10363599 h 10364238"/>
              <a:gd name="connsiteX3" fmla="*/ 4050012 w 12770412"/>
              <a:gd name="connsiteY3" fmla="*/ 10361766 h 10364238"/>
              <a:gd name="connsiteX4" fmla="*/ 675956 w 12770412"/>
              <a:gd name="connsiteY4" fmla="*/ 9879717 h 10364238"/>
              <a:gd name="connsiteX5" fmla="*/ 77178 w 12770412"/>
              <a:gd name="connsiteY5" fmla="*/ 7169913 h 10364238"/>
              <a:gd name="connsiteX6" fmla="*/ 12884 w 12770412"/>
              <a:gd name="connsiteY6" fmla="*/ 12266 h 10364238"/>
              <a:gd name="connsiteX0" fmla="*/ 10162 w 12775936"/>
              <a:gd name="connsiteY0" fmla="*/ 5543 h 10364238"/>
              <a:gd name="connsiteX1" fmla="*/ 12775936 w 12775936"/>
              <a:gd name="connsiteY1" fmla="*/ 0 h 10364238"/>
              <a:gd name="connsiteX2" fmla="*/ 12766743 w 12775936"/>
              <a:gd name="connsiteY2" fmla="*/ 10363599 h 10364238"/>
              <a:gd name="connsiteX3" fmla="*/ 4055536 w 12775936"/>
              <a:gd name="connsiteY3" fmla="*/ 10361766 h 10364238"/>
              <a:gd name="connsiteX4" fmla="*/ 681480 w 12775936"/>
              <a:gd name="connsiteY4" fmla="*/ 9879717 h 10364238"/>
              <a:gd name="connsiteX5" fmla="*/ 82702 w 12775936"/>
              <a:gd name="connsiteY5" fmla="*/ 7169913 h 10364238"/>
              <a:gd name="connsiteX6" fmla="*/ 10162 w 12775936"/>
              <a:gd name="connsiteY6" fmla="*/ 5543 h 10364238"/>
              <a:gd name="connsiteX0" fmla="*/ 46869 w 12812643"/>
              <a:gd name="connsiteY0" fmla="*/ 5543 h 10364238"/>
              <a:gd name="connsiteX1" fmla="*/ 12812643 w 12812643"/>
              <a:gd name="connsiteY1" fmla="*/ 0 h 10364238"/>
              <a:gd name="connsiteX2" fmla="*/ 12803450 w 12812643"/>
              <a:gd name="connsiteY2" fmla="*/ 10363599 h 10364238"/>
              <a:gd name="connsiteX3" fmla="*/ 4092243 w 12812643"/>
              <a:gd name="connsiteY3" fmla="*/ 10361766 h 10364238"/>
              <a:gd name="connsiteX4" fmla="*/ 718187 w 12812643"/>
              <a:gd name="connsiteY4" fmla="*/ 9879717 h 10364238"/>
              <a:gd name="connsiteX5" fmla="*/ 53435 w 12812643"/>
              <a:gd name="connsiteY5" fmla="*/ 7210254 h 10364238"/>
              <a:gd name="connsiteX6" fmla="*/ 46869 w 12812643"/>
              <a:gd name="connsiteY6" fmla="*/ 5543 h 10364238"/>
              <a:gd name="connsiteX0" fmla="*/ 3041 w 12768815"/>
              <a:gd name="connsiteY0" fmla="*/ 5543 h 10364238"/>
              <a:gd name="connsiteX1" fmla="*/ 12768815 w 12768815"/>
              <a:gd name="connsiteY1" fmla="*/ 0 h 10364238"/>
              <a:gd name="connsiteX2" fmla="*/ 12759622 w 12768815"/>
              <a:gd name="connsiteY2" fmla="*/ 10363599 h 10364238"/>
              <a:gd name="connsiteX3" fmla="*/ 4048415 w 12768815"/>
              <a:gd name="connsiteY3" fmla="*/ 10361766 h 10364238"/>
              <a:gd name="connsiteX4" fmla="*/ 674359 w 12768815"/>
              <a:gd name="connsiteY4" fmla="*/ 9879717 h 10364238"/>
              <a:gd name="connsiteX5" fmla="*/ 9607 w 12768815"/>
              <a:gd name="connsiteY5" fmla="*/ 7210254 h 10364238"/>
              <a:gd name="connsiteX6" fmla="*/ 3041 w 12768815"/>
              <a:gd name="connsiteY6" fmla="*/ 5543 h 10364238"/>
              <a:gd name="connsiteX0" fmla="*/ 3041 w 12768815"/>
              <a:gd name="connsiteY0" fmla="*/ 5543 h 10363599"/>
              <a:gd name="connsiteX1" fmla="*/ 12768815 w 12768815"/>
              <a:gd name="connsiteY1" fmla="*/ 0 h 10363599"/>
              <a:gd name="connsiteX2" fmla="*/ 12759622 w 12768815"/>
              <a:gd name="connsiteY2" fmla="*/ 10363599 h 10363599"/>
              <a:gd name="connsiteX3" fmla="*/ 4048415 w 12768815"/>
              <a:gd name="connsiteY3" fmla="*/ 10361766 h 10363599"/>
              <a:gd name="connsiteX4" fmla="*/ 674359 w 12768815"/>
              <a:gd name="connsiteY4" fmla="*/ 9879717 h 10363599"/>
              <a:gd name="connsiteX5" fmla="*/ 9607 w 12768815"/>
              <a:gd name="connsiteY5" fmla="*/ 7210254 h 10363599"/>
              <a:gd name="connsiteX6" fmla="*/ 3041 w 12768815"/>
              <a:gd name="connsiteY6" fmla="*/ 5543 h 10363599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401328"/>
              <a:gd name="connsiteX1" fmla="*/ 12809549 w 12809549"/>
              <a:gd name="connsiteY1" fmla="*/ 0 h 10401328"/>
              <a:gd name="connsiteX2" fmla="*/ 12800356 w 12809549"/>
              <a:gd name="connsiteY2" fmla="*/ 10363599 h 10401328"/>
              <a:gd name="connsiteX3" fmla="*/ 4089149 w 12809549"/>
              <a:gd name="connsiteY3" fmla="*/ 10361766 h 10401328"/>
              <a:gd name="connsiteX4" fmla="*/ 673109 w 12809549"/>
              <a:gd name="connsiteY4" fmla="*/ 9899276 h 10401328"/>
              <a:gd name="connsiteX5" fmla="*/ 50341 w 12809549"/>
              <a:gd name="connsiteY5" fmla="*/ 7210254 h 10401328"/>
              <a:gd name="connsiteX6" fmla="*/ 43775 w 12809549"/>
              <a:gd name="connsiteY6" fmla="*/ 5543 h 10401328"/>
              <a:gd name="connsiteX0" fmla="*/ 43775 w 12809549"/>
              <a:gd name="connsiteY0" fmla="*/ 5543 h 10364586"/>
              <a:gd name="connsiteX1" fmla="*/ 12809549 w 12809549"/>
              <a:gd name="connsiteY1" fmla="*/ 0 h 10364586"/>
              <a:gd name="connsiteX2" fmla="*/ 12800356 w 12809549"/>
              <a:gd name="connsiteY2" fmla="*/ 10363599 h 10364586"/>
              <a:gd name="connsiteX3" fmla="*/ 4089149 w 12809549"/>
              <a:gd name="connsiteY3" fmla="*/ 10361766 h 10364586"/>
              <a:gd name="connsiteX4" fmla="*/ 673109 w 12809549"/>
              <a:gd name="connsiteY4" fmla="*/ 9899276 h 10364586"/>
              <a:gd name="connsiteX5" fmla="*/ 50341 w 12809549"/>
              <a:gd name="connsiteY5" fmla="*/ 7210254 h 10364586"/>
              <a:gd name="connsiteX6" fmla="*/ 43775 w 12809549"/>
              <a:gd name="connsiteY6" fmla="*/ 5543 h 10364586"/>
              <a:gd name="connsiteX0" fmla="*/ 43775 w 12809549"/>
              <a:gd name="connsiteY0" fmla="*/ 5543 h 10383980"/>
              <a:gd name="connsiteX1" fmla="*/ 12809549 w 12809549"/>
              <a:gd name="connsiteY1" fmla="*/ 0 h 10383980"/>
              <a:gd name="connsiteX2" fmla="*/ 12800356 w 12809549"/>
              <a:gd name="connsiteY2" fmla="*/ 10363599 h 10383980"/>
              <a:gd name="connsiteX3" fmla="*/ 4089149 w 12809549"/>
              <a:gd name="connsiteY3" fmla="*/ 10361766 h 10383980"/>
              <a:gd name="connsiteX4" fmla="*/ 673109 w 12809549"/>
              <a:gd name="connsiteY4" fmla="*/ 9899276 h 10383980"/>
              <a:gd name="connsiteX5" fmla="*/ 50341 w 12809549"/>
              <a:gd name="connsiteY5" fmla="*/ 7210254 h 10383980"/>
              <a:gd name="connsiteX6" fmla="*/ 43775 w 12809549"/>
              <a:gd name="connsiteY6" fmla="*/ 5543 h 10383980"/>
              <a:gd name="connsiteX0" fmla="*/ 43775 w 12809549"/>
              <a:gd name="connsiteY0" fmla="*/ 5543 h 10366125"/>
              <a:gd name="connsiteX1" fmla="*/ 12809549 w 12809549"/>
              <a:gd name="connsiteY1" fmla="*/ 0 h 10366125"/>
              <a:gd name="connsiteX2" fmla="*/ 12800356 w 12809549"/>
              <a:gd name="connsiteY2" fmla="*/ 10363599 h 10366125"/>
              <a:gd name="connsiteX3" fmla="*/ 4089149 w 12809549"/>
              <a:gd name="connsiteY3" fmla="*/ 10361766 h 10366125"/>
              <a:gd name="connsiteX4" fmla="*/ 673109 w 12809549"/>
              <a:gd name="connsiteY4" fmla="*/ 9899276 h 10366125"/>
              <a:gd name="connsiteX5" fmla="*/ 50341 w 12809549"/>
              <a:gd name="connsiteY5" fmla="*/ 7210254 h 10366125"/>
              <a:gd name="connsiteX6" fmla="*/ 43775 w 12809549"/>
              <a:gd name="connsiteY6" fmla="*/ 5543 h 10366125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399399"/>
              <a:gd name="connsiteX1" fmla="*/ 12809549 w 12809549"/>
              <a:gd name="connsiteY1" fmla="*/ 0 h 10399399"/>
              <a:gd name="connsiteX2" fmla="*/ 12800356 w 12809549"/>
              <a:gd name="connsiteY2" fmla="*/ 10363599 h 10399399"/>
              <a:gd name="connsiteX3" fmla="*/ 4089149 w 12809549"/>
              <a:gd name="connsiteY3" fmla="*/ 10361766 h 10399399"/>
              <a:gd name="connsiteX4" fmla="*/ 673109 w 12809549"/>
              <a:gd name="connsiteY4" fmla="*/ 9899276 h 10399399"/>
              <a:gd name="connsiteX5" fmla="*/ 50341 w 12809549"/>
              <a:gd name="connsiteY5" fmla="*/ 7210254 h 10399399"/>
              <a:gd name="connsiteX6" fmla="*/ 43775 w 12809549"/>
              <a:gd name="connsiteY6" fmla="*/ 5543 h 10399399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367471"/>
              <a:gd name="connsiteX1" fmla="*/ 12809549 w 12809549"/>
              <a:gd name="connsiteY1" fmla="*/ 0 h 10367471"/>
              <a:gd name="connsiteX2" fmla="*/ 12800356 w 12809549"/>
              <a:gd name="connsiteY2" fmla="*/ 10363599 h 10367471"/>
              <a:gd name="connsiteX3" fmla="*/ 4089149 w 12809549"/>
              <a:gd name="connsiteY3" fmla="*/ 10361766 h 10367471"/>
              <a:gd name="connsiteX4" fmla="*/ 673109 w 12809549"/>
              <a:gd name="connsiteY4" fmla="*/ 9899276 h 10367471"/>
              <a:gd name="connsiteX5" fmla="*/ 50341 w 12809549"/>
              <a:gd name="connsiteY5" fmla="*/ 7210254 h 10367471"/>
              <a:gd name="connsiteX6" fmla="*/ 43775 w 12809549"/>
              <a:gd name="connsiteY6" fmla="*/ 5543 h 10367471"/>
              <a:gd name="connsiteX0" fmla="*/ 43775 w 12809549"/>
              <a:gd name="connsiteY0" fmla="*/ 5543 h 10367471"/>
              <a:gd name="connsiteX1" fmla="*/ 12809549 w 12809549"/>
              <a:gd name="connsiteY1" fmla="*/ 0 h 10367471"/>
              <a:gd name="connsiteX2" fmla="*/ 12800356 w 12809549"/>
              <a:gd name="connsiteY2" fmla="*/ 10363599 h 10367471"/>
              <a:gd name="connsiteX3" fmla="*/ 4089149 w 12809549"/>
              <a:gd name="connsiteY3" fmla="*/ 10361766 h 10367471"/>
              <a:gd name="connsiteX4" fmla="*/ 673109 w 12809549"/>
              <a:gd name="connsiteY4" fmla="*/ 9899276 h 10367471"/>
              <a:gd name="connsiteX5" fmla="*/ 72432 w 12809549"/>
              <a:gd name="connsiteY5" fmla="*/ 8839200 h 10367471"/>
              <a:gd name="connsiteX6" fmla="*/ 50341 w 12809549"/>
              <a:gd name="connsiteY6" fmla="*/ 7210254 h 10367471"/>
              <a:gd name="connsiteX7" fmla="*/ 43775 w 12809549"/>
              <a:gd name="connsiteY7" fmla="*/ 5543 h 10367471"/>
              <a:gd name="connsiteX0" fmla="*/ 43775 w 12809549"/>
              <a:gd name="connsiteY0" fmla="*/ 5543 h 10367471"/>
              <a:gd name="connsiteX1" fmla="*/ 12809549 w 12809549"/>
              <a:gd name="connsiteY1" fmla="*/ 0 h 10367471"/>
              <a:gd name="connsiteX2" fmla="*/ 12800356 w 12809549"/>
              <a:gd name="connsiteY2" fmla="*/ 10363599 h 10367471"/>
              <a:gd name="connsiteX3" fmla="*/ 4089149 w 12809549"/>
              <a:gd name="connsiteY3" fmla="*/ 10361766 h 10367471"/>
              <a:gd name="connsiteX4" fmla="*/ 673109 w 12809549"/>
              <a:gd name="connsiteY4" fmla="*/ 9899276 h 10367471"/>
              <a:gd name="connsiteX5" fmla="*/ 72432 w 12809549"/>
              <a:gd name="connsiteY5" fmla="*/ 8839200 h 10367471"/>
              <a:gd name="connsiteX6" fmla="*/ 50341 w 12809549"/>
              <a:gd name="connsiteY6" fmla="*/ 7210254 h 10367471"/>
              <a:gd name="connsiteX7" fmla="*/ 43775 w 12809549"/>
              <a:gd name="connsiteY7" fmla="*/ 5543 h 10367471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4048431 w 12768831"/>
              <a:gd name="connsiteY3" fmla="*/ 103617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4048431 w 12768831"/>
              <a:gd name="connsiteY3" fmla="*/ 103617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4048431 w 12768831"/>
              <a:gd name="connsiteY3" fmla="*/ 10361766 h 10363599"/>
              <a:gd name="connsiteX4" fmla="*/ 1952926 w 12768831"/>
              <a:gd name="connsiteY4" fmla="*/ 10257367 h 10363599"/>
              <a:gd name="connsiteX5" fmla="*/ 632391 w 12768831"/>
              <a:gd name="connsiteY5" fmla="*/ 9899276 h 10363599"/>
              <a:gd name="connsiteX6" fmla="*/ 31714 w 12768831"/>
              <a:gd name="connsiteY6" fmla="*/ 8758766 h 10363599"/>
              <a:gd name="connsiteX7" fmla="*/ 9623 w 12768831"/>
              <a:gd name="connsiteY7" fmla="*/ 7210254 h 10363599"/>
              <a:gd name="connsiteX8" fmla="*/ 3057 w 12768831"/>
              <a:gd name="connsiteY8" fmla="*/ 5543 h 10363599"/>
              <a:gd name="connsiteX0" fmla="*/ 3057 w 12768831"/>
              <a:gd name="connsiteY0" fmla="*/ 5543 h 10374593"/>
              <a:gd name="connsiteX1" fmla="*/ 12768831 w 12768831"/>
              <a:gd name="connsiteY1" fmla="*/ 0 h 10374593"/>
              <a:gd name="connsiteX2" fmla="*/ 12759638 w 12768831"/>
              <a:gd name="connsiteY2" fmla="*/ 10363599 h 10374593"/>
              <a:gd name="connsiteX3" fmla="*/ 4048431 w 12768831"/>
              <a:gd name="connsiteY3" fmla="*/ 10361766 h 10374593"/>
              <a:gd name="connsiteX4" fmla="*/ 1947734 w 12768831"/>
              <a:gd name="connsiteY4" fmla="*/ 10337800 h 10374593"/>
              <a:gd name="connsiteX5" fmla="*/ 632391 w 12768831"/>
              <a:gd name="connsiteY5" fmla="*/ 9899276 h 10374593"/>
              <a:gd name="connsiteX6" fmla="*/ 31714 w 12768831"/>
              <a:gd name="connsiteY6" fmla="*/ 8758766 h 10374593"/>
              <a:gd name="connsiteX7" fmla="*/ 9623 w 12768831"/>
              <a:gd name="connsiteY7" fmla="*/ 7210254 h 10374593"/>
              <a:gd name="connsiteX8" fmla="*/ 3057 w 12768831"/>
              <a:gd name="connsiteY8" fmla="*/ 5543 h 10374593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1947734 w 12768831"/>
              <a:gd name="connsiteY3" fmla="*/ 10337800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7433"/>
              <a:gd name="connsiteX1" fmla="*/ 12768831 w 12768831"/>
              <a:gd name="connsiteY1" fmla="*/ 0 h 10367433"/>
              <a:gd name="connsiteX2" fmla="*/ 12759638 w 12768831"/>
              <a:gd name="connsiteY2" fmla="*/ 10363599 h 10367433"/>
              <a:gd name="connsiteX3" fmla="*/ 1947734 w 12768831"/>
              <a:gd name="connsiteY3" fmla="*/ 10367433 h 10367433"/>
              <a:gd name="connsiteX4" fmla="*/ 632391 w 12768831"/>
              <a:gd name="connsiteY4" fmla="*/ 9899276 h 10367433"/>
              <a:gd name="connsiteX5" fmla="*/ 31714 w 12768831"/>
              <a:gd name="connsiteY5" fmla="*/ 8758766 h 10367433"/>
              <a:gd name="connsiteX6" fmla="*/ 9623 w 12768831"/>
              <a:gd name="connsiteY6" fmla="*/ 7210254 h 10367433"/>
              <a:gd name="connsiteX7" fmla="*/ 3057 w 12768831"/>
              <a:gd name="connsiteY7" fmla="*/ 5543 h 10367433"/>
              <a:gd name="connsiteX0" fmla="*/ 3057 w 12768831"/>
              <a:gd name="connsiteY0" fmla="*/ 5543 h 10367433"/>
              <a:gd name="connsiteX1" fmla="*/ 12768831 w 12768831"/>
              <a:gd name="connsiteY1" fmla="*/ 0 h 10367433"/>
              <a:gd name="connsiteX2" fmla="*/ 12759638 w 12768831"/>
              <a:gd name="connsiteY2" fmla="*/ 10363599 h 10367433"/>
              <a:gd name="connsiteX3" fmla="*/ 1947734 w 12768831"/>
              <a:gd name="connsiteY3" fmla="*/ 10367433 h 10367433"/>
              <a:gd name="connsiteX4" fmla="*/ 632391 w 12768831"/>
              <a:gd name="connsiteY4" fmla="*/ 9899276 h 10367433"/>
              <a:gd name="connsiteX5" fmla="*/ 31714 w 12768831"/>
              <a:gd name="connsiteY5" fmla="*/ 8758766 h 10367433"/>
              <a:gd name="connsiteX6" fmla="*/ 9623 w 12768831"/>
              <a:gd name="connsiteY6" fmla="*/ 7210254 h 10367433"/>
              <a:gd name="connsiteX7" fmla="*/ 3057 w 12768831"/>
              <a:gd name="connsiteY7" fmla="*/ 5543 h 10367433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2818 w 12768592"/>
              <a:gd name="connsiteY0" fmla="*/ 5543 h 10363599"/>
              <a:gd name="connsiteX1" fmla="*/ 12768592 w 12768592"/>
              <a:gd name="connsiteY1" fmla="*/ 0 h 10363599"/>
              <a:gd name="connsiteX2" fmla="*/ 12759399 w 12768592"/>
              <a:gd name="connsiteY2" fmla="*/ 10363599 h 10363599"/>
              <a:gd name="connsiteX3" fmla="*/ 2420009 w 12768592"/>
              <a:gd name="connsiteY3" fmla="*/ 10358966 h 10363599"/>
              <a:gd name="connsiteX4" fmla="*/ 632152 w 12768592"/>
              <a:gd name="connsiteY4" fmla="*/ 9899276 h 10363599"/>
              <a:gd name="connsiteX5" fmla="*/ 22011 w 12768592"/>
              <a:gd name="connsiteY5" fmla="*/ 8801207 h 10363599"/>
              <a:gd name="connsiteX6" fmla="*/ 9384 w 12768592"/>
              <a:gd name="connsiteY6" fmla="*/ 7210254 h 10363599"/>
              <a:gd name="connsiteX7" fmla="*/ 2818 w 12768592"/>
              <a:gd name="connsiteY7" fmla="*/ 5543 h 10363599"/>
              <a:gd name="connsiteX0" fmla="*/ 20588 w 12786362"/>
              <a:gd name="connsiteY0" fmla="*/ 5543 h 10363599"/>
              <a:gd name="connsiteX1" fmla="*/ 12786362 w 12786362"/>
              <a:gd name="connsiteY1" fmla="*/ 0 h 10363599"/>
              <a:gd name="connsiteX2" fmla="*/ 12777169 w 12786362"/>
              <a:gd name="connsiteY2" fmla="*/ 10363599 h 10363599"/>
              <a:gd name="connsiteX3" fmla="*/ 2437779 w 12786362"/>
              <a:gd name="connsiteY3" fmla="*/ 10358966 h 10363599"/>
              <a:gd name="connsiteX4" fmla="*/ 526880 w 12786362"/>
              <a:gd name="connsiteY4" fmla="*/ 9825970 h 10363599"/>
              <a:gd name="connsiteX5" fmla="*/ 39781 w 12786362"/>
              <a:gd name="connsiteY5" fmla="*/ 8801207 h 10363599"/>
              <a:gd name="connsiteX6" fmla="*/ 27154 w 12786362"/>
              <a:gd name="connsiteY6" fmla="*/ 7210254 h 10363599"/>
              <a:gd name="connsiteX7" fmla="*/ 20588 w 12786362"/>
              <a:gd name="connsiteY7" fmla="*/ 5543 h 10363599"/>
              <a:gd name="connsiteX0" fmla="*/ 20588 w 12786362"/>
              <a:gd name="connsiteY0" fmla="*/ 5543 h 10363599"/>
              <a:gd name="connsiteX1" fmla="*/ 12786362 w 12786362"/>
              <a:gd name="connsiteY1" fmla="*/ 0 h 10363599"/>
              <a:gd name="connsiteX2" fmla="*/ 12777169 w 12786362"/>
              <a:gd name="connsiteY2" fmla="*/ 10363599 h 10363599"/>
              <a:gd name="connsiteX3" fmla="*/ 2437779 w 12786362"/>
              <a:gd name="connsiteY3" fmla="*/ 10358966 h 10363599"/>
              <a:gd name="connsiteX4" fmla="*/ 526880 w 12786362"/>
              <a:gd name="connsiteY4" fmla="*/ 9825970 h 10363599"/>
              <a:gd name="connsiteX5" fmla="*/ 39781 w 12786362"/>
              <a:gd name="connsiteY5" fmla="*/ 8801207 h 10363599"/>
              <a:gd name="connsiteX6" fmla="*/ 27154 w 12786362"/>
              <a:gd name="connsiteY6" fmla="*/ 7210254 h 10363599"/>
              <a:gd name="connsiteX7" fmla="*/ 20588 w 12786362"/>
              <a:gd name="connsiteY7" fmla="*/ 5543 h 10363599"/>
              <a:gd name="connsiteX0" fmla="*/ 20588 w 12786362"/>
              <a:gd name="connsiteY0" fmla="*/ 5543 h 10363599"/>
              <a:gd name="connsiteX1" fmla="*/ 12786362 w 12786362"/>
              <a:gd name="connsiteY1" fmla="*/ 0 h 10363599"/>
              <a:gd name="connsiteX2" fmla="*/ 12777169 w 12786362"/>
              <a:gd name="connsiteY2" fmla="*/ 10363599 h 10363599"/>
              <a:gd name="connsiteX3" fmla="*/ 2437779 w 12786362"/>
              <a:gd name="connsiteY3" fmla="*/ 10358966 h 10363599"/>
              <a:gd name="connsiteX4" fmla="*/ 526880 w 12786362"/>
              <a:gd name="connsiteY4" fmla="*/ 9825970 h 10363599"/>
              <a:gd name="connsiteX5" fmla="*/ 39781 w 12786362"/>
              <a:gd name="connsiteY5" fmla="*/ 8801207 h 10363599"/>
              <a:gd name="connsiteX6" fmla="*/ 27154 w 12786362"/>
              <a:gd name="connsiteY6" fmla="*/ 7210254 h 10363599"/>
              <a:gd name="connsiteX7" fmla="*/ 20588 w 12786362"/>
              <a:gd name="connsiteY7" fmla="*/ 5543 h 10363599"/>
              <a:gd name="connsiteX0" fmla="*/ 20588 w 12786362"/>
              <a:gd name="connsiteY0" fmla="*/ 5543 h 10363599"/>
              <a:gd name="connsiteX1" fmla="*/ 12786362 w 12786362"/>
              <a:gd name="connsiteY1" fmla="*/ 0 h 10363599"/>
              <a:gd name="connsiteX2" fmla="*/ 12777169 w 12786362"/>
              <a:gd name="connsiteY2" fmla="*/ 10363599 h 10363599"/>
              <a:gd name="connsiteX3" fmla="*/ 2437779 w 12786362"/>
              <a:gd name="connsiteY3" fmla="*/ 10358966 h 10363599"/>
              <a:gd name="connsiteX4" fmla="*/ 526880 w 12786362"/>
              <a:gd name="connsiteY4" fmla="*/ 9795105 h 10363599"/>
              <a:gd name="connsiteX5" fmla="*/ 39781 w 12786362"/>
              <a:gd name="connsiteY5" fmla="*/ 8801207 h 10363599"/>
              <a:gd name="connsiteX6" fmla="*/ 27154 w 12786362"/>
              <a:gd name="connsiteY6" fmla="*/ 7210254 h 10363599"/>
              <a:gd name="connsiteX7" fmla="*/ 20588 w 12786362"/>
              <a:gd name="connsiteY7" fmla="*/ 5543 h 10363599"/>
              <a:gd name="connsiteX0" fmla="*/ 19422 w 12785196"/>
              <a:gd name="connsiteY0" fmla="*/ 5543 h 10363599"/>
              <a:gd name="connsiteX1" fmla="*/ 12785196 w 12785196"/>
              <a:gd name="connsiteY1" fmla="*/ 0 h 10363599"/>
              <a:gd name="connsiteX2" fmla="*/ 12776003 w 12785196"/>
              <a:gd name="connsiteY2" fmla="*/ 10363599 h 10363599"/>
              <a:gd name="connsiteX3" fmla="*/ 2436613 w 12785196"/>
              <a:gd name="connsiteY3" fmla="*/ 10358966 h 10363599"/>
              <a:gd name="connsiteX4" fmla="*/ 525714 w 12785196"/>
              <a:gd name="connsiteY4" fmla="*/ 9795105 h 10363599"/>
              <a:gd name="connsiteX5" fmla="*/ 38615 w 12785196"/>
              <a:gd name="connsiteY5" fmla="*/ 8801207 h 10363599"/>
              <a:gd name="connsiteX6" fmla="*/ 25988 w 12785196"/>
              <a:gd name="connsiteY6" fmla="*/ 7210254 h 10363599"/>
              <a:gd name="connsiteX7" fmla="*/ 19422 w 12785196"/>
              <a:gd name="connsiteY7" fmla="*/ 5543 h 10363599"/>
              <a:gd name="connsiteX0" fmla="*/ 19421 w 12776005"/>
              <a:gd name="connsiteY0" fmla="*/ 0 h 10358056"/>
              <a:gd name="connsiteX1" fmla="*/ 10928165 w 12776005"/>
              <a:gd name="connsiteY1" fmla="*/ 39427 h 10358056"/>
              <a:gd name="connsiteX2" fmla="*/ 12776002 w 12776005"/>
              <a:gd name="connsiteY2" fmla="*/ 10358056 h 10358056"/>
              <a:gd name="connsiteX3" fmla="*/ 2436612 w 12776005"/>
              <a:gd name="connsiteY3" fmla="*/ 10353423 h 10358056"/>
              <a:gd name="connsiteX4" fmla="*/ 525713 w 12776005"/>
              <a:gd name="connsiteY4" fmla="*/ 9789562 h 10358056"/>
              <a:gd name="connsiteX5" fmla="*/ 38614 w 12776005"/>
              <a:gd name="connsiteY5" fmla="*/ 8795664 h 10358056"/>
              <a:gd name="connsiteX6" fmla="*/ 25987 w 12776005"/>
              <a:gd name="connsiteY6" fmla="*/ 7204711 h 10358056"/>
              <a:gd name="connsiteX7" fmla="*/ 19421 w 12776005"/>
              <a:gd name="connsiteY7" fmla="*/ 0 h 10358056"/>
              <a:gd name="connsiteX0" fmla="*/ 19421 w 12776012"/>
              <a:gd name="connsiteY0" fmla="*/ 5543 h 10363599"/>
              <a:gd name="connsiteX1" fmla="*/ 12141670 w 12776012"/>
              <a:gd name="connsiteY1" fmla="*/ 0 h 10363599"/>
              <a:gd name="connsiteX2" fmla="*/ 12776002 w 12776012"/>
              <a:gd name="connsiteY2" fmla="*/ 10363599 h 10363599"/>
              <a:gd name="connsiteX3" fmla="*/ 2436612 w 12776012"/>
              <a:gd name="connsiteY3" fmla="*/ 10358966 h 10363599"/>
              <a:gd name="connsiteX4" fmla="*/ 525713 w 12776012"/>
              <a:gd name="connsiteY4" fmla="*/ 9795105 h 10363599"/>
              <a:gd name="connsiteX5" fmla="*/ 38614 w 12776012"/>
              <a:gd name="connsiteY5" fmla="*/ 8801207 h 10363599"/>
              <a:gd name="connsiteX6" fmla="*/ 25987 w 12776012"/>
              <a:gd name="connsiteY6" fmla="*/ 7210254 h 10363599"/>
              <a:gd name="connsiteX7" fmla="*/ 19421 w 12776012"/>
              <a:gd name="connsiteY7" fmla="*/ 5543 h 10363599"/>
              <a:gd name="connsiteX0" fmla="*/ 19421 w 12141670"/>
              <a:gd name="connsiteY0" fmla="*/ 5543 h 10393579"/>
              <a:gd name="connsiteX1" fmla="*/ 12141670 w 12141670"/>
              <a:gd name="connsiteY1" fmla="*/ 0 h 10393579"/>
              <a:gd name="connsiteX2" fmla="*/ 12132478 w 12141670"/>
              <a:gd name="connsiteY2" fmla="*/ 10393579 h 10393579"/>
              <a:gd name="connsiteX3" fmla="*/ 2436612 w 12141670"/>
              <a:gd name="connsiteY3" fmla="*/ 10358966 h 10393579"/>
              <a:gd name="connsiteX4" fmla="*/ 525713 w 12141670"/>
              <a:gd name="connsiteY4" fmla="*/ 9795105 h 10393579"/>
              <a:gd name="connsiteX5" fmla="*/ 38614 w 12141670"/>
              <a:gd name="connsiteY5" fmla="*/ 8801207 h 10393579"/>
              <a:gd name="connsiteX6" fmla="*/ 25987 w 12141670"/>
              <a:gd name="connsiteY6" fmla="*/ 7210254 h 10393579"/>
              <a:gd name="connsiteX7" fmla="*/ 19421 w 12141670"/>
              <a:gd name="connsiteY7" fmla="*/ 5543 h 10393579"/>
              <a:gd name="connsiteX0" fmla="*/ 19421 w 12141670"/>
              <a:gd name="connsiteY0" fmla="*/ 5543 h 10393579"/>
              <a:gd name="connsiteX1" fmla="*/ 12141670 w 12141670"/>
              <a:gd name="connsiteY1" fmla="*/ 0 h 10393579"/>
              <a:gd name="connsiteX2" fmla="*/ 5527662 w 12141670"/>
              <a:gd name="connsiteY2" fmla="*/ 10393579 h 10393579"/>
              <a:gd name="connsiteX3" fmla="*/ 2436612 w 12141670"/>
              <a:gd name="connsiteY3" fmla="*/ 10358966 h 10393579"/>
              <a:gd name="connsiteX4" fmla="*/ 525713 w 12141670"/>
              <a:gd name="connsiteY4" fmla="*/ 9795105 h 10393579"/>
              <a:gd name="connsiteX5" fmla="*/ 38614 w 12141670"/>
              <a:gd name="connsiteY5" fmla="*/ 8801207 h 10393579"/>
              <a:gd name="connsiteX6" fmla="*/ 25987 w 12141670"/>
              <a:gd name="connsiteY6" fmla="*/ 7210254 h 10393579"/>
              <a:gd name="connsiteX7" fmla="*/ 19421 w 12141670"/>
              <a:gd name="connsiteY7" fmla="*/ 5543 h 10393579"/>
              <a:gd name="connsiteX0" fmla="*/ 19421 w 12141670"/>
              <a:gd name="connsiteY0" fmla="*/ 5543 h 10384435"/>
              <a:gd name="connsiteX1" fmla="*/ 12141670 w 12141670"/>
              <a:gd name="connsiteY1" fmla="*/ 0 h 10384435"/>
              <a:gd name="connsiteX2" fmla="*/ 5583741 w 12141670"/>
              <a:gd name="connsiteY2" fmla="*/ 10384435 h 10384435"/>
              <a:gd name="connsiteX3" fmla="*/ 2436612 w 12141670"/>
              <a:gd name="connsiteY3" fmla="*/ 10358966 h 10384435"/>
              <a:gd name="connsiteX4" fmla="*/ 525713 w 12141670"/>
              <a:gd name="connsiteY4" fmla="*/ 9795105 h 10384435"/>
              <a:gd name="connsiteX5" fmla="*/ 38614 w 12141670"/>
              <a:gd name="connsiteY5" fmla="*/ 8801207 h 10384435"/>
              <a:gd name="connsiteX6" fmla="*/ 25987 w 12141670"/>
              <a:gd name="connsiteY6" fmla="*/ 7210254 h 10384435"/>
              <a:gd name="connsiteX7" fmla="*/ 19421 w 12141670"/>
              <a:gd name="connsiteY7" fmla="*/ 5543 h 10384435"/>
              <a:gd name="connsiteX0" fmla="*/ 19421 w 5583751"/>
              <a:gd name="connsiteY0" fmla="*/ 0 h 10378892"/>
              <a:gd name="connsiteX1" fmla="*/ 4941175 w 5583751"/>
              <a:gd name="connsiteY1" fmla="*/ 12745 h 10378892"/>
              <a:gd name="connsiteX2" fmla="*/ 5583741 w 5583751"/>
              <a:gd name="connsiteY2" fmla="*/ 10378892 h 10378892"/>
              <a:gd name="connsiteX3" fmla="*/ 2436612 w 5583751"/>
              <a:gd name="connsiteY3" fmla="*/ 10353423 h 10378892"/>
              <a:gd name="connsiteX4" fmla="*/ 525713 w 5583751"/>
              <a:gd name="connsiteY4" fmla="*/ 9789562 h 10378892"/>
              <a:gd name="connsiteX5" fmla="*/ 38614 w 5583751"/>
              <a:gd name="connsiteY5" fmla="*/ 8795664 h 10378892"/>
              <a:gd name="connsiteX6" fmla="*/ 25987 w 5583751"/>
              <a:gd name="connsiteY6" fmla="*/ 7204711 h 10378892"/>
              <a:gd name="connsiteX7" fmla="*/ 19421 w 5583751"/>
              <a:gd name="connsiteY7" fmla="*/ 0 h 10378892"/>
              <a:gd name="connsiteX0" fmla="*/ 19421 w 5584052"/>
              <a:gd name="connsiteY0" fmla="*/ 0 h 10378892"/>
              <a:gd name="connsiteX1" fmla="*/ 5569255 w 5584052"/>
              <a:gd name="connsiteY1" fmla="*/ 3601 h 10378892"/>
              <a:gd name="connsiteX2" fmla="*/ 5583741 w 5584052"/>
              <a:gd name="connsiteY2" fmla="*/ 10378892 h 10378892"/>
              <a:gd name="connsiteX3" fmla="*/ 2436612 w 5584052"/>
              <a:gd name="connsiteY3" fmla="*/ 10353423 h 10378892"/>
              <a:gd name="connsiteX4" fmla="*/ 525713 w 5584052"/>
              <a:gd name="connsiteY4" fmla="*/ 9789562 h 10378892"/>
              <a:gd name="connsiteX5" fmla="*/ 38614 w 5584052"/>
              <a:gd name="connsiteY5" fmla="*/ 8795664 h 10378892"/>
              <a:gd name="connsiteX6" fmla="*/ 25987 w 5584052"/>
              <a:gd name="connsiteY6" fmla="*/ 7204711 h 10378892"/>
              <a:gd name="connsiteX7" fmla="*/ 19421 w 5584052"/>
              <a:gd name="connsiteY7" fmla="*/ 0 h 10378892"/>
              <a:gd name="connsiteX0" fmla="*/ 3641 w 5568272"/>
              <a:gd name="connsiteY0" fmla="*/ 0 h 10378892"/>
              <a:gd name="connsiteX1" fmla="*/ 5553475 w 5568272"/>
              <a:gd name="connsiteY1" fmla="*/ 3601 h 10378892"/>
              <a:gd name="connsiteX2" fmla="*/ 5567961 w 5568272"/>
              <a:gd name="connsiteY2" fmla="*/ 10378892 h 10378892"/>
              <a:gd name="connsiteX3" fmla="*/ 2420832 w 5568272"/>
              <a:gd name="connsiteY3" fmla="*/ 10353423 h 10378892"/>
              <a:gd name="connsiteX4" fmla="*/ 509933 w 5568272"/>
              <a:gd name="connsiteY4" fmla="*/ 9789562 h 10378892"/>
              <a:gd name="connsiteX5" fmla="*/ 22834 w 5568272"/>
              <a:gd name="connsiteY5" fmla="*/ 8795664 h 10378892"/>
              <a:gd name="connsiteX6" fmla="*/ 10207 w 5568272"/>
              <a:gd name="connsiteY6" fmla="*/ 7204711 h 10378892"/>
              <a:gd name="connsiteX7" fmla="*/ 3641 w 5568272"/>
              <a:gd name="connsiteY7" fmla="*/ 0 h 10378892"/>
              <a:gd name="connsiteX0" fmla="*/ 3641 w 5568273"/>
              <a:gd name="connsiteY0" fmla="*/ 0 h 10362943"/>
              <a:gd name="connsiteX1" fmla="*/ 5553475 w 5568273"/>
              <a:gd name="connsiteY1" fmla="*/ 3601 h 10362943"/>
              <a:gd name="connsiteX2" fmla="*/ 5567962 w 5568273"/>
              <a:gd name="connsiteY2" fmla="*/ 10362943 h 10362943"/>
              <a:gd name="connsiteX3" fmla="*/ 2420832 w 5568273"/>
              <a:gd name="connsiteY3" fmla="*/ 10353423 h 10362943"/>
              <a:gd name="connsiteX4" fmla="*/ 509933 w 5568273"/>
              <a:gd name="connsiteY4" fmla="*/ 9789562 h 10362943"/>
              <a:gd name="connsiteX5" fmla="*/ 22834 w 5568273"/>
              <a:gd name="connsiteY5" fmla="*/ 8795664 h 10362943"/>
              <a:gd name="connsiteX6" fmla="*/ 10207 w 5568273"/>
              <a:gd name="connsiteY6" fmla="*/ 7204711 h 10362943"/>
              <a:gd name="connsiteX7" fmla="*/ 3641 w 5568273"/>
              <a:gd name="connsiteY7" fmla="*/ 0 h 103629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568273" h="10362943">
                <a:moveTo>
                  <a:pt x="3641" y="0"/>
                </a:moveTo>
                <a:lnTo>
                  <a:pt x="5553475" y="3601"/>
                </a:lnTo>
                <a:cubicBezTo>
                  <a:pt x="5550411" y="3458134"/>
                  <a:pt x="5571026" y="6908410"/>
                  <a:pt x="5567962" y="10362943"/>
                </a:cubicBezTo>
                <a:cubicBezTo>
                  <a:pt x="2336007" y="10351405"/>
                  <a:pt x="5652787" y="10364961"/>
                  <a:pt x="2420832" y="10353423"/>
                </a:cubicBezTo>
                <a:cubicBezTo>
                  <a:pt x="1337439" y="10361007"/>
                  <a:pt x="848078" y="10107061"/>
                  <a:pt x="509933" y="9789562"/>
                </a:cubicBezTo>
                <a:cubicBezTo>
                  <a:pt x="171788" y="9472063"/>
                  <a:pt x="47606" y="9218520"/>
                  <a:pt x="22834" y="8795664"/>
                </a:cubicBezTo>
                <a:cubicBezTo>
                  <a:pt x="-1938" y="8372808"/>
                  <a:pt x="18139" y="7439880"/>
                  <a:pt x="10207" y="7204711"/>
                </a:cubicBezTo>
                <a:cubicBezTo>
                  <a:pt x="2275" y="6969542"/>
                  <a:pt x="-4402" y="2447544"/>
                  <a:pt x="364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/>
          <a:lstStyle>
            <a:lvl1pPr>
              <a:defRPr b="0" i="0">
                <a:latin typeface="Tinkoff Sans" panose="02000506050000020004" pitchFamily="2" charset="0"/>
              </a:defRPr>
            </a:lvl1pPr>
          </a:lstStyle>
          <a:p>
            <a:endParaRPr lang="ru-RU" dirty="0"/>
          </a:p>
        </p:txBody>
      </p:sp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76EB488C-C959-31E5-22D5-64CE6C93BDC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 pitchFamily="2" charset="2"/>
              <a:buNone/>
              <a:defRPr sz="1600"/>
            </a:lvl1pPr>
          </a:lstStyle>
          <a:p>
            <a:fld id="{9A07687F-D30E-1A4C-A0AB-5DD07EB6EB4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0393537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9_ТС заголовок в 1 строку c картинк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Уровень текста 1…"/>
          <p:cNvSpPr txBox="1">
            <a:spLocks noGrp="1"/>
          </p:cNvSpPr>
          <p:nvPr>
            <p:ph type="body" idx="1" hasCustomPrompt="1"/>
          </p:nvPr>
        </p:nvSpPr>
        <p:spPr>
          <a:xfrm>
            <a:off x="680451" y="2577108"/>
            <a:ext cx="15749445" cy="673239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defTabSz="449939">
              <a:lnSpc>
                <a:spcPct val="100000"/>
              </a:lnSpc>
              <a:spcBef>
                <a:spcPts val="0"/>
              </a:spcBef>
              <a:buSzTx/>
              <a:buFont typeface="Wingdings" pitchFamily="2" charset="2"/>
              <a:buNone/>
              <a:tabLst>
                <a:tab pos="4711865" algn="l"/>
              </a:tabLst>
              <a:defRPr sz="2756" spc="11"/>
            </a:lvl1pPr>
            <a:lvl2pPr marL="742806" indent="0" defTabSz="449939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  <a:tabLst>
                <a:tab pos="4711865" algn="l"/>
              </a:tabLst>
              <a:defRPr sz="2756" spc="11"/>
            </a:lvl2pPr>
            <a:lvl3pPr marL="1485609" indent="0" defTabSz="449939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  <a:tabLst>
                <a:tab pos="4711865" algn="l"/>
              </a:tabLst>
              <a:defRPr sz="2756" spc="11"/>
            </a:lvl3pPr>
            <a:lvl4pPr marL="2228414" indent="0" defTabSz="449939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  <a:tabLst>
                <a:tab pos="4711865" algn="l"/>
              </a:tabLst>
              <a:defRPr sz="2756" spc="11"/>
            </a:lvl4pPr>
            <a:lvl5pPr marL="2971220" indent="0" defTabSz="449939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  <a:tabLst>
                <a:tab pos="4711865" algn="l"/>
              </a:tabLst>
              <a:defRPr sz="2756" spc="11"/>
            </a:lvl5pPr>
          </a:lstStyle>
          <a:p>
            <a:r>
              <a:t>С другой стороны рамки и место обучения кадров требуют от нас анализа систем массового участия.  Таким образом постоянное информационно-пропагандистское обеспечение нашей деятельности играет  важную роль в формировании позиций, занимаемых участниками	в отношении поставленных задач.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30" name="Текст 12"/>
          <p:cNvSpPr>
            <a:spLocks noGrp="1"/>
          </p:cNvSpPr>
          <p:nvPr>
            <p:ph type="body" sz="quarter" idx="21" hasCustomPrompt="1"/>
          </p:nvPr>
        </p:nvSpPr>
        <p:spPr>
          <a:xfrm>
            <a:off x="665449" y="625738"/>
            <a:ext cx="16949403" cy="1119597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defTabSz="449939">
              <a:lnSpc>
                <a:spcPct val="100000"/>
              </a:lnSpc>
              <a:spcBef>
                <a:spcPts val="97"/>
              </a:spcBef>
              <a:buSzTx/>
              <a:buFont typeface="Wingdings" pitchFamily="2" charset="2"/>
              <a:buNone/>
              <a:defRPr sz="5905"/>
            </a:lvl1pPr>
          </a:lstStyle>
          <a:p>
            <a:r>
              <a:t>Заголовок слайда вашей презентации</a:t>
            </a:r>
          </a:p>
        </p:txBody>
      </p:sp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17CECC76-94C9-30F4-A0F6-8F4201CD7110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 pitchFamily="2" charset="2"/>
              <a:buNone/>
              <a:defRPr sz="1600"/>
            </a:lvl1pPr>
          </a:lstStyle>
          <a:p>
            <a:fld id="{9A07687F-D30E-1A4C-A0AB-5DD07EB6EB47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0_ТС заголовок в 1 строку c картинк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948859" y="2577100"/>
            <a:ext cx="10056187" cy="18960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defTabSz="449939">
              <a:lnSpc>
                <a:spcPct val="100000"/>
              </a:lnSpc>
              <a:spcBef>
                <a:spcPts val="0"/>
              </a:spcBef>
              <a:buSzTx/>
              <a:buFontTx/>
              <a:buNone/>
              <a:tabLst>
                <a:tab pos="2137213" algn="l"/>
              </a:tabLst>
              <a:defRPr sz="2756" spc="11"/>
            </a:lvl1pPr>
            <a:lvl2pPr marL="742806" indent="0" defTabSz="449939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2137213" algn="l"/>
              </a:tabLst>
              <a:defRPr sz="2756" spc="11"/>
            </a:lvl2pPr>
            <a:lvl3pPr marL="1485609" indent="0" defTabSz="449939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2137213" algn="l"/>
              </a:tabLst>
              <a:defRPr sz="2756" spc="11"/>
            </a:lvl3pPr>
            <a:lvl4pPr marL="2228414" indent="0" defTabSz="449939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2137213" algn="l"/>
              </a:tabLst>
              <a:defRPr sz="2756" spc="11"/>
            </a:lvl4pPr>
            <a:lvl5pPr marL="2971220" indent="0" defTabSz="449939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2137213" algn="l"/>
              </a:tabLst>
              <a:defRPr sz="2756" spc="11"/>
            </a:lvl5pPr>
          </a:lstStyle>
          <a:p>
            <a:r>
              <a:t>Место обучения кадров требуют от нас анализа систем массового  участия. Таким образом постоянное информационно-  пропагандистское обеспечение нашей деятельности играет  важную роль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39" name="Текст 29"/>
          <p:cNvSpPr>
            <a:spLocks noGrp="1"/>
          </p:cNvSpPr>
          <p:nvPr>
            <p:ph type="body" sz="quarter" idx="21" hasCustomPrompt="1"/>
          </p:nvPr>
        </p:nvSpPr>
        <p:spPr>
          <a:xfrm>
            <a:off x="1948859" y="4844657"/>
            <a:ext cx="10056187" cy="1202438"/>
          </a:xfrm>
          <a:prstGeom prst="rect">
            <a:avLst/>
          </a:prstGeom>
        </p:spPr>
        <p:txBody>
          <a:bodyPr>
            <a:noAutofit/>
          </a:bodyPr>
          <a:lstStyle>
            <a:lvl1pPr marL="0" marR="402302" indent="0" defTabSz="449939">
              <a:lnSpc>
                <a:spcPct val="113900"/>
              </a:lnSpc>
              <a:spcBef>
                <a:spcPts val="0"/>
              </a:spcBef>
              <a:buSzTx/>
              <a:buFontTx/>
              <a:buNone/>
              <a:defRPr sz="2657" spc="-97">
                <a:solidFill>
                  <a:srgbClr val="282828"/>
                </a:solidFill>
              </a:defRPr>
            </a:lvl1pPr>
          </a:lstStyle>
          <a:p>
            <a:r>
              <a:t>Таким образом постоянное информационно-пропагандистское  обеспечение нашей деятельности играет важную роль</a:t>
            </a:r>
          </a:p>
        </p:txBody>
      </p:sp>
      <p:sp>
        <p:nvSpPr>
          <p:cNvPr id="140" name="Текст 29"/>
          <p:cNvSpPr>
            <a:spLocks noGrp="1"/>
          </p:cNvSpPr>
          <p:nvPr>
            <p:ph type="body" sz="quarter" idx="22" hasCustomPrompt="1"/>
          </p:nvPr>
        </p:nvSpPr>
        <p:spPr>
          <a:xfrm>
            <a:off x="1948859" y="6215977"/>
            <a:ext cx="10056187" cy="79511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defTabSz="449939">
              <a:lnSpc>
                <a:spcPct val="100000"/>
              </a:lnSpc>
              <a:spcBef>
                <a:spcPts val="0"/>
              </a:spcBef>
              <a:buSzTx/>
              <a:buFontTx/>
              <a:buNone/>
              <a:tabLst>
                <a:tab pos="2137213" algn="l"/>
              </a:tabLst>
              <a:defRPr sz="2657" spc="-97">
                <a:solidFill>
                  <a:srgbClr val="282828"/>
                </a:solidFill>
              </a:defRPr>
            </a:lvl1pPr>
          </a:lstStyle>
          <a:p>
            <a:r>
              <a:t>Консультация	с широким активом</a:t>
            </a:r>
          </a:p>
        </p:txBody>
      </p:sp>
      <p:sp>
        <p:nvSpPr>
          <p:cNvPr id="142" name="Текст 12"/>
          <p:cNvSpPr>
            <a:spLocks noGrp="1"/>
          </p:cNvSpPr>
          <p:nvPr>
            <p:ph type="body" sz="quarter" idx="23" hasCustomPrompt="1"/>
          </p:nvPr>
        </p:nvSpPr>
        <p:spPr>
          <a:xfrm>
            <a:off x="665449" y="625738"/>
            <a:ext cx="16949403" cy="1119597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defTabSz="449939">
              <a:lnSpc>
                <a:spcPct val="100000"/>
              </a:lnSpc>
              <a:spcBef>
                <a:spcPts val="97"/>
              </a:spcBef>
              <a:buSzTx/>
              <a:buFontTx/>
              <a:buNone/>
              <a:defRPr sz="5905"/>
            </a:lvl1pPr>
          </a:lstStyle>
          <a:p>
            <a:r>
              <a:t>Заголовок слайда вашей презентации</a:t>
            </a:r>
          </a:p>
        </p:txBody>
      </p:sp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238F5AD3-F762-7697-4634-D1BE6EAC44E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 pitchFamily="2" charset="2"/>
              <a:buNone/>
              <a:defRPr sz="1600"/>
            </a:lvl1pPr>
          </a:lstStyle>
          <a:p>
            <a:fld id="{9A07687F-D30E-1A4C-A0AB-5DD07EB6EB47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ТС заголовок в 1 строку c картинк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5">
            <a:extLst>
              <a:ext uri="{FF2B5EF4-FFF2-40B4-BE49-F238E27FC236}">
                <a16:creationId xmlns:a16="http://schemas.microsoft.com/office/drawing/2014/main" id="{6F862D36-75F5-734D-B2BD-3B1AD33DD12E}"/>
              </a:ext>
            </a:extLst>
          </p:cNvPr>
          <p:cNvSpPr/>
          <p:nvPr userDrawn="1"/>
        </p:nvSpPr>
        <p:spPr>
          <a:xfrm>
            <a:off x="0" y="-2"/>
            <a:ext cx="19799300" cy="5077222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44997" rIns="44997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806" dirty="0"/>
          </a:p>
        </p:txBody>
      </p:sp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8E37AE35-2B96-3BF8-42DE-2E13E8395D8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 pitchFamily="2" charset="2"/>
              <a:buNone/>
              <a:defRPr sz="1600"/>
            </a:lvl1pPr>
          </a:lstStyle>
          <a:p>
            <a:fld id="{9A07687F-D30E-1A4C-A0AB-5DD07EB6EB4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11674963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ТС заголовок в 1 строку c картинк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с одним усеченным и одним скругленным углом 1">
            <a:extLst>
              <a:ext uri="{FF2B5EF4-FFF2-40B4-BE49-F238E27FC236}">
                <a16:creationId xmlns:a16="http://schemas.microsoft.com/office/drawing/2014/main" id="{A09AFDF4-B415-7049-1D9A-3437F04E05C2}"/>
              </a:ext>
            </a:extLst>
          </p:cNvPr>
          <p:cNvSpPr/>
          <p:nvPr userDrawn="1"/>
        </p:nvSpPr>
        <p:spPr>
          <a:xfrm rot="16200000">
            <a:off x="8130786" y="-8129359"/>
            <a:ext cx="3525495" cy="19792216"/>
          </a:xfrm>
          <a:custGeom>
            <a:avLst/>
            <a:gdLst>
              <a:gd name="connsiteX0" fmla="*/ 1613624 w 4538133"/>
              <a:gd name="connsiteY0" fmla="*/ 0 h 11160126"/>
              <a:gd name="connsiteX1" fmla="*/ 4538133 w 4538133"/>
              <a:gd name="connsiteY1" fmla="*/ 0 h 11160126"/>
              <a:gd name="connsiteX2" fmla="*/ 4538133 w 4538133"/>
              <a:gd name="connsiteY2" fmla="*/ 0 h 11160126"/>
              <a:gd name="connsiteX3" fmla="*/ 4538133 w 4538133"/>
              <a:gd name="connsiteY3" fmla="*/ 11160126 h 11160126"/>
              <a:gd name="connsiteX4" fmla="*/ 0 w 4538133"/>
              <a:gd name="connsiteY4" fmla="*/ 11160126 h 11160126"/>
              <a:gd name="connsiteX5" fmla="*/ 0 w 4538133"/>
              <a:gd name="connsiteY5" fmla="*/ 1613624 h 11160126"/>
              <a:gd name="connsiteX6" fmla="*/ 1613624 w 4538133"/>
              <a:gd name="connsiteY6" fmla="*/ 0 h 11160126"/>
              <a:gd name="connsiteX0" fmla="*/ 1613624 w 6740157"/>
              <a:gd name="connsiteY0" fmla="*/ 0 h 11160126"/>
              <a:gd name="connsiteX1" fmla="*/ 4538133 w 6740157"/>
              <a:gd name="connsiteY1" fmla="*/ 0 h 11160126"/>
              <a:gd name="connsiteX2" fmla="*/ 4538133 w 6740157"/>
              <a:gd name="connsiteY2" fmla="*/ 0 h 11160126"/>
              <a:gd name="connsiteX3" fmla="*/ 6740157 w 6740157"/>
              <a:gd name="connsiteY3" fmla="*/ 11141465 h 11160126"/>
              <a:gd name="connsiteX4" fmla="*/ 0 w 6740157"/>
              <a:gd name="connsiteY4" fmla="*/ 11160126 h 11160126"/>
              <a:gd name="connsiteX5" fmla="*/ 0 w 6740157"/>
              <a:gd name="connsiteY5" fmla="*/ 1613624 h 11160126"/>
              <a:gd name="connsiteX6" fmla="*/ 1613624 w 6740157"/>
              <a:gd name="connsiteY6" fmla="*/ 0 h 11160126"/>
              <a:gd name="connsiteX0" fmla="*/ 1613624 w 6740157"/>
              <a:gd name="connsiteY0" fmla="*/ 0 h 11160126"/>
              <a:gd name="connsiteX1" fmla="*/ 4538133 w 6740157"/>
              <a:gd name="connsiteY1" fmla="*/ 0 h 11160126"/>
              <a:gd name="connsiteX2" fmla="*/ 6665512 w 6740157"/>
              <a:gd name="connsiteY2" fmla="*/ 0 h 11160126"/>
              <a:gd name="connsiteX3" fmla="*/ 6740157 w 6740157"/>
              <a:gd name="connsiteY3" fmla="*/ 11141465 h 11160126"/>
              <a:gd name="connsiteX4" fmla="*/ 0 w 6740157"/>
              <a:gd name="connsiteY4" fmla="*/ 11160126 h 11160126"/>
              <a:gd name="connsiteX5" fmla="*/ 0 w 6740157"/>
              <a:gd name="connsiteY5" fmla="*/ 1613624 h 11160126"/>
              <a:gd name="connsiteX6" fmla="*/ 1613624 w 6740157"/>
              <a:gd name="connsiteY6" fmla="*/ 0 h 11160126"/>
              <a:gd name="connsiteX0" fmla="*/ 1613624 w 6665512"/>
              <a:gd name="connsiteY0" fmla="*/ 0 h 11160126"/>
              <a:gd name="connsiteX1" fmla="*/ 4538133 w 6665512"/>
              <a:gd name="connsiteY1" fmla="*/ 0 h 11160126"/>
              <a:gd name="connsiteX2" fmla="*/ 6665512 w 6665512"/>
              <a:gd name="connsiteY2" fmla="*/ 0 h 11160126"/>
              <a:gd name="connsiteX3" fmla="*/ 5919063 w 6665512"/>
              <a:gd name="connsiteY3" fmla="*/ 11104143 h 11160126"/>
              <a:gd name="connsiteX4" fmla="*/ 0 w 6665512"/>
              <a:gd name="connsiteY4" fmla="*/ 11160126 h 11160126"/>
              <a:gd name="connsiteX5" fmla="*/ 0 w 6665512"/>
              <a:gd name="connsiteY5" fmla="*/ 1613624 h 11160126"/>
              <a:gd name="connsiteX6" fmla="*/ 1613624 w 6665512"/>
              <a:gd name="connsiteY6" fmla="*/ 0 h 11160126"/>
              <a:gd name="connsiteX0" fmla="*/ 1613624 w 6665512"/>
              <a:gd name="connsiteY0" fmla="*/ 0 h 11160126"/>
              <a:gd name="connsiteX1" fmla="*/ 4538133 w 6665512"/>
              <a:gd name="connsiteY1" fmla="*/ 0 h 11160126"/>
              <a:gd name="connsiteX2" fmla="*/ 6665512 w 6665512"/>
              <a:gd name="connsiteY2" fmla="*/ 0 h 11160126"/>
              <a:gd name="connsiteX3" fmla="*/ 6646850 w 6665512"/>
              <a:gd name="connsiteY3" fmla="*/ 11122804 h 11160126"/>
              <a:gd name="connsiteX4" fmla="*/ 0 w 6665512"/>
              <a:gd name="connsiteY4" fmla="*/ 11160126 h 11160126"/>
              <a:gd name="connsiteX5" fmla="*/ 0 w 6665512"/>
              <a:gd name="connsiteY5" fmla="*/ 1613624 h 11160126"/>
              <a:gd name="connsiteX6" fmla="*/ 1613624 w 6665512"/>
              <a:gd name="connsiteY6" fmla="*/ 0 h 11160126"/>
              <a:gd name="connsiteX0" fmla="*/ 1650946 w 6702834"/>
              <a:gd name="connsiteY0" fmla="*/ 0 h 19893580"/>
              <a:gd name="connsiteX1" fmla="*/ 4575455 w 6702834"/>
              <a:gd name="connsiteY1" fmla="*/ 0 h 19893580"/>
              <a:gd name="connsiteX2" fmla="*/ 6702834 w 6702834"/>
              <a:gd name="connsiteY2" fmla="*/ 0 h 19893580"/>
              <a:gd name="connsiteX3" fmla="*/ 6684172 w 6702834"/>
              <a:gd name="connsiteY3" fmla="*/ 11122804 h 19893580"/>
              <a:gd name="connsiteX4" fmla="*/ 0 w 6702834"/>
              <a:gd name="connsiteY4" fmla="*/ 19893580 h 19893580"/>
              <a:gd name="connsiteX5" fmla="*/ 37322 w 6702834"/>
              <a:gd name="connsiteY5" fmla="*/ 1613624 h 19893580"/>
              <a:gd name="connsiteX6" fmla="*/ 1650946 w 6702834"/>
              <a:gd name="connsiteY6" fmla="*/ 0 h 19893580"/>
              <a:gd name="connsiteX0" fmla="*/ 1650946 w 6702834"/>
              <a:gd name="connsiteY0" fmla="*/ 0 h 19893580"/>
              <a:gd name="connsiteX1" fmla="*/ 4575455 w 6702834"/>
              <a:gd name="connsiteY1" fmla="*/ 0 h 19893580"/>
              <a:gd name="connsiteX2" fmla="*/ 6702834 w 6702834"/>
              <a:gd name="connsiteY2" fmla="*/ 0 h 19893580"/>
              <a:gd name="connsiteX3" fmla="*/ 6665511 w 6702834"/>
              <a:gd name="connsiteY3" fmla="*/ 19800273 h 19893580"/>
              <a:gd name="connsiteX4" fmla="*/ 0 w 6702834"/>
              <a:gd name="connsiteY4" fmla="*/ 19893580 h 19893580"/>
              <a:gd name="connsiteX5" fmla="*/ 37322 w 6702834"/>
              <a:gd name="connsiteY5" fmla="*/ 1613624 h 19893580"/>
              <a:gd name="connsiteX6" fmla="*/ 1650946 w 6702834"/>
              <a:gd name="connsiteY6" fmla="*/ 0 h 19893580"/>
              <a:gd name="connsiteX0" fmla="*/ 1632285 w 6684173"/>
              <a:gd name="connsiteY0" fmla="*/ 0 h 19837596"/>
              <a:gd name="connsiteX1" fmla="*/ 4556794 w 6684173"/>
              <a:gd name="connsiteY1" fmla="*/ 0 h 19837596"/>
              <a:gd name="connsiteX2" fmla="*/ 6684173 w 6684173"/>
              <a:gd name="connsiteY2" fmla="*/ 0 h 19837596"/>
              <a:gd name="connsiteX3" fmla="*/ 6646850 w 6684173"/>
              <a:gd name="connsiteY3" fmla="*/ 19800273 h 19837596"/>
              <a:gd name="connsiteX4" fmla="*/ 0 w 6684173"/>
              <a:gd name="connsiteY4" fmla="*/ 19837596 h 19837596"/>
              <a:gd name="connsiteX5" fmla="*/ 18661 w 6684173"/>
              <a:gd name="connsiteY5" fmla="*/ 1613624 h 19837596"/>
              <a:gd name="connsiteX6" fmla="*/ 1632285 w 6684173"/>
              <a:gd name="connsiteY6" fmla="*/ 0 h 19837596"/>
              <a:gd name="connsiteX0" fmla="*/ 1644985 w 6696873"/>
              <a:gd name="connsiteY0" fmla="*/ 0 h 19800273"/>
              <a:gd name="connsiteX1" fmla="*/ 4569494 w 6696873"/>
              <a:gd name="connsiteY1" fmla="*/ 0 h 19800273"/>
              <a:gd name="connsiteX2" fmla="*/ 6696873 w 6696873"/>
              <a:gd name="connsiteY2" fmla="*/ 0 h 19800273"/>
              <a:gd name="connsiteX3" fmla="*/ 6659550 w 6696873"/>
              <a:gd name="connsiteY3" fmla="*/ 19800273 h 19800273"/>
              <a:gd name="connsiteX4" fmla="*/ 0 w 6696873"/>
              <a:gd name="connsiteY4" fmla="*/ 19774099 h 19800273"/>
              <a:gd name="connsiteX5" fmla="*/ 31361 w 6696873"/>
              <a:gd name="connsiteY5" fmla="*/ 1613624 h 19800273"/>
              <a:gd name="connsiteX6" fmla="*/ 1644985 w 6696873"/>
              <a:gd name="connsiteY6" fmla="*/ 0 h 19800273"/>
              <a:gd name="connsiteX0" fmla="*/ 1644985 w 6696873"/>
              <a:gd name="connsiteY0" fmla="*/ 0 h 19800273"/>
              <a:gd name="connsiteX1" fmla="*/ 4569494 w 6696873"/>
              <a:gd name="connsiteY1" fmla="*/ 0 h 19800273"/>
              <a:gd name="connsiteX2" fmla="*/ 6696873 w 6696873"/>
              <a:gd name="connsiteY2" fmla="*/ 0 h 19800273"/>
              <a:gd name="connsiteX3" fmla="*/ 6659550 w 6696873"/>
              <a:gd name="connsiteY3" fmla="*/ 19800273 h 19800273"/>
              <a:gd name="connsiteX4" fmla="*/ 0 w 6696873"/>
              <a:gd name="connsiteY4" fmla="*/ 19786800 h 19800273"/>
              <a:gd name="connsiteX5" fmla="*/ 31361 w 6696873"/>
              <a:gd name="connsiteY5" fmla="*/ 1613624 h 19800273"/>
              <a:gd name="connsiteX6" fmla="*/ 1644985 w 6696873"/>
              <a:gd name="connsiteY6" fmla="*/ 0 h 19800273"/>
              <a:gd name="connsiteX0" fmla="*/ 1644985 w 8920162"/>
              <a:gd name="connsiteY0" fmla="*/ 0 h 19800272"/>
              <a:gd name="connsiteX1" fmla="*/ 4569494 w 8920162"/>
              <a:gd name="connsiteY1" fmla="*/ 0 h 19800272"/>
              <a:gd name="connsiteX2" fmla="*/ 6696873 w 8920162"/>
              <a:gd name="connsiteY2" fmla="*/ 0 h 19800272"/>
              <a:gd name="connsiteX3" fmla="*/ 8920150 w 8920162"/>
              <a:gd name="connsiteY3" fmla="*/ 19800272 h 19800272"/>
              <a:gd name="connsiteX4" fmla="*/ 0 w 8920162"/>
              <a:gd name="connsiteY4" fmla="*/ 19786800 h 19800272"/>
              <a:gd name="connsiteX5" fmla="*/ 31361 w 8920162"/>
              <a:gd name="connsiteY5" fmla="*/ 1613624 h 19800272"/>
              <a:gd name="connsiteX6" fmla="*/ 1644985 w 8920162"/>
              <a:gd name="connsiteY6" fmla="*/ 0 h 19800272"/>
              <a:gd name="connsiteX0" fmla="*/ 1644985 w 8932073"/>
              <a:gd name="connsiteY0" fmla="*/ 0 h 19800272"/>
              <a:gd name="connsiteX1" fmla="*/ 4569494 w 8932073"/>
              <a:gd name="connsiteY1" fmla="*/ 0 h 19800272"/>
              <a:gd name="connsiteX2" fmla="*/ 8932073 w 8932073"/>
              <a:gd name="connsiteY2" fmla="*/ 0 h 19800272"/>
              <a:gd name="connsiteX3" fmla="*/ 8920150 w 8932073"/>
              <a:gd name="connsiteY3" fmla="*/ 19800272 h 19800272"/>
              <a:gd name="connsiteX4" fmla="*/ 0 w 8932073"/>
              <a:gd name="connsiteY4" fmla="*/ 19786800 h 19800272"/>
              <a:gd name="connsiteX5" fmla="*/ 31361 w 8932073"/>
              <a:gd name="connsiteY5" fmla="*/ 1613624 h 19800272"/>
              <a:gd name="connsiteX6" fmla="*/ 1644985 w 8932073"/>
              <a:gd name="connsiteY6" fmla="*/ 0 h 19800272"/>
              <a:gd name="connsiteX0" fmla="*/ 1644985 w 8920158"/>
              <a:gd name="connsiteY0" fmla="*/ 0 h 19800272"/>
              <a:gd name="connsiteX1" fmla="*/ 4569494 w 8920158"/>
              <a:gd name="connsiteY1" fmla="*/ 0 h 19800272"/>
              <a:gd name="connsiteX2" fmla="*/ 5359534 w 8920158"/>
              <a:gd name="connsiteY2" fmla="*/ 21265 h 19800272"/>
              <a:gd name="connsiteX3" fmla="*/ 8920150 w 8920158"/>
              <a:gd name="connsiteY3" fmla="*/ 19800272 h 19800272"/>
              <a:gd name="connsiteX4" fmla="*/ 0 w 8920158"/>
              <a:gd name="connsiteY4" fmla="*/ 19786800 h 19800272"/>
              <a:gd name="connsiteX5" fmla="*/ 31361 w 8920158"/>
              <a:gd name="connsiteY5" fmla="*/ 1613624 h 19800272"/>
              <a:gd name="connsiteX6" fmla="*/ 1644985 w 8920158"/>
              <a:gd name="connsiteY6" fmla="*/ 0 h 19800272"/>
              <a:gd name="connsiteX0" fmla="*/ 1644985 w 8920157"/>
              <a:gd name="connsiteY0" fmla="*/ 0 h 19800272"/>
              <a:gd name="connsiteX1" fmla="*/ 4569494 w 8920157"/>
              <a:gd name="connsiteY1" fmla="*/ 0 h 19800272"/>
              <a:gd name="connsiteX2" fmla="*/ 4891701 w 8920157"/>
              <a:gd name="connsiteY2" fmla="*/ 0 h 19800272"/>
              <a:gd name="connsiteX3" fmla="*/ 8920150 w 8920157"/>
              <a:gd name="connsiteY3" fmla="*/ 19800272 h 19800272"/>
              <a:gd name="connsiteX4" fmla="*/ 0 w 8920157"/>
              <a:gd name="connsiteY4" fmla="*/ 19786800 h 19800272"/>
              <a:gd name="connsiteX5" fmla="*/ 31361 w 8920157"/>
              <a:gd name="connsiteY5" fmla="*/ 1613624 h 19800272"/>
              <a:gd name="connsiteX6" fmla="*/ 1644985 w 8920157"/>
              <a:gd name="connsiteY6" fmla="*/ 0 h 19800272"/>
              <a:gd name="connsiteX0" fmla="*/ 1644985 w 4891701"/>
              <a:gd name="connsiteY0" fmla="*/ 0 h 19800275"/>
              <a:gd name="connsiteX1" fmla="*/ 4569494 w 4891701"/>
              <a:gd name="connsiteY1" fmla="*/ 0 h 19800275"/>
              <a:gd name="connsiteX2" fmla="*/ 4891701 w 4891701"/>
              <a:gd name="connsiteY2" fmla="*/ 0 h 19800275"/>
              <a:gd name="connsiteX3" fmla="*/ 4645862 w 4891701"/>
              <a:gd name="connsiteY3" fmla="*/ 19800275 h 19800275"/>
              <a:gd name="connsiteX4" fmla="*/ 0 w 4891701"/>
              <a:gd name="connsiteY4" fmla="*/ 19786800 h 19800275"/>
              <a:gd name="connsiteX5" fmla="*/ 31361 w 4891701"/>
              <a:gd name="connsiteY5" fmla="*/ 1613624 h 19800275"/>
              <a:gd name="connsiteX6" fmla="*/ 1644985 w 4891701"/>
              <a:gd name="connsiteY6" fmla="*/ 0 h 19800275"/>
              <a:gd name="connsiteX0" fmla="*/ 1644985 w 4891701"/>
              <a:gd name="connsiteY0" fmla="*/ 0 h 19789643"/>
              <a:gd name="connsiteX1" fmla="*/ 4569494 w 4891701"/>
              <a:gd name="connsiteY1" fmla="*/ 0 h 19789643"/>
              <a:gd name="connsiteX2" fmla="*/ 4891701 w 4891701"/>
              <a:gd name="connsiteY2" fmla="*/ 0 h 19789643"/>
              <a:gd name="connsiteX3" fmla="*/ 4667127 w 4891701"/>
              <a:gd name="connsiteY3" fmla="*/ 19789643 h 19789643"/>
              <a:gd name="connsiteX4" fmla="*/ 0 w 4891701"/>
              <a:gd name="connsiteY4" fmla="*/ 19786800 h 19789643"/>
              <a:gd name="connsiteX5" fmla="*/ 31361 w 4891701"/>
              <a:gd name="connsiteY5" fmla="*/ 1613624 h 19789643"/>
              <a:gd name="connsiteX6" fmla="*/ 1644985 w 4891701"/>
              <a:gd name="connsiteY6" fmla="*/ 0 h 19789643"/>
              <a:gd name="connsiteX0" fmla="*/ 1644985 w 4891701"/>
              <a:gd name="connsiteY0" fmla="*/ 0 h 19789643"/>
              <a:gd name="connsiteX1" fmla="*/ 3846480 w 4891701"/>
              <a:gd name="connsiteY1" fmla="*/ 0 h 19789643"/>
              <a:gd name="connsiteX2" fmla="*/ 4891701 w 4891701"/>
              <a:gd name="connsiteY2" fmla="*/ 0 h 19789643"/>
              <a:gd name="connsiteX3" fmla="*/ 4667127 w 4891701"/>
              <a:gd name="connsiteY3" fmla="*/ 19789643 h 19789643"/>
              <a:gd name="connsiteX4" fmla="*/ 0 w 4891701"/>
              <a:gd name="connsiteY4" fmla="*/ 19786800 h 19789643"/>
              <a:gd name="connsiteX5" fmla="*/ 31361 w 4891701"/>
              <a:gd name="connsiteY5" fmla="*/ 1613624 h 19789643"/>
              <a:gd name="connsiteX6" fmla="*/ 1644985 w 4891701"/>
              <a:gd name="connsiteY6" fmla="*/ 0 h 19789643"/>
              <a:gd name="connsiteX0" fmla="*/ 1644985 w 4667184"/>
              <a:gd name="connsiteY0" fmla="*/ 0 h 19789643"/>
              <a:gd name="connsiteX1" fmla="*/ 3846480 w 4667184"/>
              <a:gd name="connsiteY1" fmla="*/ 0 h 19789643"/>
              <a:gd name="connsiteX2" fmla="*/ 4179320 w 4667184"/>
              <a:gd name="connsiteY2" fmla="*/ 10633 h 19789643"/>
              <a:gd name="connsiteX3" fmla="*/ 4667127 w 4667184"/>
              <a:gd name="connsiteY3" fmla="*/ 19789643 h 19789643"/>
              <a:gd name="connsiteX4" fmla="*/ 0 w 4667184"/>
              <a:gd name="connsiteY4" fmla="*/ 19786800 h 19789643"/>
              <a:gd name="connsiteX5" fmla="*/ 31361 w 4667184"/>
              <a:gd name="connsiteY5" fmla="*/ 1613624 h 19789643"/>
              <a:gd name="connsiteX6" fmla="*/ 1644985 w 4667184"/>
              <a:gd name="connsiteY6" fmla="*/ 0 h 19789643"/>
              <a:gd name="connsiteX0" fmla="*/ 1644985 w 4669085"/>
              <a:gd name="connsiteY0" fmla="*/ 0 h 19789643"/>
              <a:gd name="connsiteX1" fmla="*/ 3846480 w 4669085"/>
              <a:gd name="connsiteY1" fmla="*/ 0 h 19789643"/>
              <a:gd name="connsiteX2" fmla="*/ 4668418 w 4669085"/>
              <a:gd name="connsiteY2" fmla="*/ 0 h 19789643"/>
              <a:gd name="connsiteX3" fmla="*/ 4667127 w 4669085"/>
              <a:gd name="connsiteY3" fmla="*/ 19789643 h 19789643"/>
              <a:gd name="connsiteX4" fmla="*/ 0 w 4669085"/>
              <a:gd name="connsiteY4" fmla="*/ 19786800 h 19789643"/>
              <a:gd name="connsiteX5" fmla="*/ 31361 w 4669085"/>
              <a:gd name="connsiteY5" fmla="*/ 1613624 h 19789643"/>
              <a:gd name="connsiteX6" fmla="*/ 1644985 w 4669085"/>
              <a:gd name="connsiteY6" fmla="*/ 0 h 19789643"/>
              <a:gd name="connsiteX0" fmla="*/ 1644985 w 4668418"/>
              <a:gd name="connsiteY0" fmla="*/ 0 h 19786800"/>
              <a:gd name="connsiteX1" fmla="*/ 3846480 w 4668418"/>
              <a:gd name="connsiteY1" fmla="*/ 0 h 19786800"/>
              <a:gd name="connsiteX2" fmla="*/ 4668418 w 4668418"/>
              <a:gd name="connsiteY2" fmla="*/ 0 h 19786800"/>
              <a:gd name="connsiteX3" fmla="*/ 3092327 w 4668418"/>
              <a:gd name="connsiteY3" fmla="*/ 19307044 h 19786800"/>
              <a:gd name="connsiteX4" fmla="*/ 0 w 4668418"/>
              <a:gd name="connsiteY4" fmla="*/ 19786800 h 19786800"/>
              <a:gd name="connsiteX5" fmla="*/ 31361 w 4668418"/>
              <a:gd name="connsiteY5" fmla="*/ 1613624 h 19786800"/>
              <a:gd name="connsiteX6" fmla="*/ 1644985 w 4668418"/>
              <a:gd name="connsiteY6" fmla="*/ 0 h 19786800"/>
              <a:gd name="connsiteX0" fmla="*/ 1644985 w 4668418"/>
              <a:gd name="connsiteY0" fmla="*/ 0 h 19789644"/>
              <a:gd name="connsiteX1" fmla="*/ 3846480 w 4668418"/>
              <a:gd name="connsiteY1" fmla="*/ 0 h 19789644"/>
              <a:gd name="connsiteX2" fmla="*/ 4668418 w 4668418"/>
              <a:gd name="connsiteY2" fmla="*/ 0 h 19789644"/>
              <a:gd name="connsiteX3" fmla="*/ 3524127 w 4668418"/>
              <a:gd name="connsiteY3" fmla="*/ 19789644 h 19789644"/>
              <a:gd name="connsiteX4" fmla="*/ 0 w 4668418"/>
              <a:gd name="connsiteY4" fmla="*/ 19786800 h 19789644"/>
              <a:gd name="connsiteX5" fmla="*/ 31361 w 4668418"/>
              <a:gd name="connsiteY5" fmla="*/ 1613624 h 19789644"/>
              <a:gd name="connsiteX6" fmla="*/ 1644985 w 4668418"/>
              <a:gd name="connsiteY6" fmla="*/ 0 h 19789644"/>
              <a:gd name="connsiteX0" fmla="*/ 1644985 w 4668418"/>
              <a:gd name="connsiteY0" fmla="*/ 0 h 19789644"/>
              <a:gd name="connsiteX1" fmla="*/ 2576480 w 4668418"/>
              <a:gd name="connsiteY1" fmla="*/ 0 h 19789644"/>
              <a:gd name="connsiteX2" fmla="*/ 4668418 w 4668418"/>
              <a:gd name="connsiteY2" fmla="*/ 0 h 19789644"/>
              <a:gd name="connsiteX3" fmla="*/ 3524127 w 4668418"/>
              <a:gd name="connsiteY3" fmla="*/ 19789644 h 19789644"/>
              <a:gd name="connsiteX4" fmla="*/ 0 w 4668418"/>
              <a:gd name="connsiteY4" fmla="*/ 19786800 h 19789644"/>
              <a:gd name="connsiteX5" fmla="*/ 31361 w 4668418"/>
              <a:gd name="connsiteY5" fmla="*/ 1613624 h 19789644"/>
              <a:gd name="connsiteX6" fmla="*/ 1644985 w 4668418"/>
              <a:gd name="connsiteY6" fmla="*/ 0 h 19789644"/>
              <a:gd name="connsiteX0" fmla="*/ 1644985 w 3524177"/>
              <a:gd name="connsiteY0" fmla="*/ 25400 h 19815044"/>
              <a:gd name="connsiteX1" fmla="*/ 2576480 w 3524177"/>
              <a:gd name="connsiteY1" fmla="*/ 25400 h 19815044"/>
              <a:gd name="connsiteX2" fmla="*/ 2966618 w 3524177"/>
              <a:gd name="connsiteY2" fmla="*/ 0 h 19815044"/>
              <a:gd name="connsiteX3" fmla="*/ 3524127 w 3524177"/>
              <a:gd name="connsiteY3" fmla="*/ 19815044 h 19815044"/>
              <a:gd name="connsiteX4" fmla="*/ 0 w 3524177"/>
              <a:gd name="connsiteY4" fmla="*/ 19812200 h 19815044"/>
              <a:gd name="connsiteX5" fmla="*/ 31361 w 3524177"/>
              <a:gd name="connsiteY5" fmla="*/ 1639024 h 19815044"/>
              <a:gd name="connsiteX6" fmla="*/ 1644985 w 3524177"/>
              <a:gd name="connsiteY6" fmla="*/ 25400 h 19815044"/>
              <a:gd name="connsiteX0" fmla="*/ 1644985 w 3550818"/>
              <a:gd name="connsiteY0" fmla="*/ 0 h 19789644"/>
              <a:gd name="connsiteX1" fmla="*/ 2576480 w 3550818"/>
              <a:gd name="connsiteY1" fmla="*/ 0 h 19789644"/>
              <a:gd name="connsiteX2" fmla="*/ 3550818 w 3550818"/>
              <a:gd name="connsiteY2" fmla="*/ 76200 h 19789644"/>
              <a:gd name="connsiteX3" fmla="*/ 3524127 w 3550818"/>
              <a:gd name="connsiteY3" fmla="*/ 19789644 h 19789644"/>
              <a:gd name="connsiteX4" fmla="*/ 0 w 3550818"/>
              <a:gd name="connsiteY4" fmla="*/ 19786800 h 19789644"/>
              <a:gd name="connsiteX5" fmla="*/ 31361 w 3550818"/>
              <a:gd name="connsiteY5" fmla="*/ 1613624 h 19789644"/>
              <a:gd name="connsiteX6" fmla="*/ 1644985 w 3550818"/>
              <a:gd name="connsiteY6" fmla="*/ 0 h 19789644"/>
              <a:gd name="connsiteX0" fmla="*/ 1644985 w 3525318"/>
              <a:gd name="connsiteY0" fmla="*/ 0 h 19789644"/>
              <a:gd name="connsiteX1" fmla="*/ 2576480 w 3525318"/>
              <a:gd name="connsiteY1" fmla="*/ 0 h 19789644"/>
              <a:gd name="connsiteX2" fmla="*/ 3516094 w 3525318"/>
              <a:gd name="connsiteY2" fmla="*/ 6752 h 19789644"/>
              <a:gd name="connsiteX3" fmla="*/ 3524127 w 3525318"/>
              <a:gd name="connsiteY3" fmla="*/ 19789644 h 19789644"/>
              <a:gd name="connsiteX4" fmla="*/ 0 w 3525318"/>
              <a:gd name="connsiteY4" fmla="*/ 19786800 h 19789644"/>
              <a:gd name="connsiteX5" fmla="*/ 31361 w 3525318"/>
              <a:gd name="connsiteY5" fmla="*/ 1613624 h 19789644"/>
              <a:gd name="connsiteX6" fmla="*/ 1644985 w 3525318"/>
              <a:gd name="connsiteY6" fmla="*/ 0 h 19789644"/>
              <a:gd name="connsiteX0" fmla="*/ 1644985 w 3524216"/>
              <a:gd name="connsiteY0" fmla="*/ 0 h 19789644"/>
              <a:gd name="connsiteX1" fmla="*/ 2576480 w 3524216"/>
              <a:gd name="connsiteY1" fmla="*/ 0 h 19789644"/>
              <a:gd name="connsiteX2" fmla="*/ 3215152 w 3524216"/>
              <a:gd name="connsiteY2" fmla="*/ 29901 h 19789644"/>
              <a:gd name="connsiteX3" fmla="*/ 3524127 w 3524216"/>
              <a:gd name="connsiteY3" fmla="*/ 19789644 h 19789644"/>
              <a:gd name="connsiteX4" fmla="*/ 0 w 3524216"/>
              <a:gd name="connsiteY4" fmla="*/ 19786800 h 19789644"/>
              <a:gd name="connsiteX5" fmla="*/ 31361 w 3524216"/>
              <a:gd name="connsiteY5" fmla="*/ 1613624 h 19789644"/>
              <a:gd name="connsiteX6" fmla="*/ 1644985 w 3524216"/>
              <a:gd name="connsiteY6" fmla="*/ 0 h 19789644"/>
              <a:gd name="connsiteX0" fmla="*/ 1644985 w 3527668"/>
              <a:gd name="connsiteY0" fmla="*/ 27972 h 19817616"/>
              <a:gd name="connsiteX1" fmla="*/ 2576480 w 3527668"/>
              <a:gd name="connsiteY1" fmla="*/ 27972 h 19817616"/>
              <a:gd name="connsiteX2" fmla="*/ 3527668 w 3527668"/>
              <a:gd name="connsiteY2" fmla="*/ 0 h 19817616"/>
              <a:gd name="connsiteX3" fmla="*/ 3524127 w 3527668"/>
              <a:gd name="connsiteY3" fmla="*/ 19817616 h 19817616"/>
              <a:gd name="connsiteX4" fmla="*/ 0 w 3527668"/>
              <a:gd name="connsiteY4" fmla="*/ 19814772 h 19817616"/>
              <a:gd name="connsiteX5" fmla="*/ 31361 w 3527668"/>
              <a:gd name="connsiteY5" fmla="*/ 1641596 h 19817616"/>
              <a:gd name="connsiteX6" fmla="*/ 1644985 w 3527668"/>
              <a:gd name="connsiteY6" fmla="*/ 27972 h 19817616"/>
              <a:gd name="connsiteX0" fmla="*/ 1644985 w 3524311"/>
              <a:gd name="connsiteY0" fmla="*/ 0 h 19789644"/>
              <a:gd name="connsiteX1" fmla="*/ 2576480 w 3524311"/>
              <a:gd name="connsiteY1" fmla="*/ 0 h 19789644"/>
              <a:gd name="connsiteX2" fmla="*/ 3383735 w 3524311"/>
              <a:gd name="connsiteY2" fmla="*/ 124428 h 19789644"/>
              <a:gd name="connsiteX3" fmla="*/ 3524127 w 3524311"/>
              <a:gd name="connsiteY3" fmla="*/ 19789644 h 19789644"/>
              <a:gd name="connsiteX4" fmla="*/ 0 w 3524311"/>
              <a:gd name="connsiteY4" fmla="*/ 19786800 h 19789644"/>
              <a:gd name="connsiteX5" fmla="*/ 31361 w 3524311"/>
              <a:gd name="connsiteY5" fmla="*/ 1613624 h 19789644"/>
              <a:gd name="connsiteX6" fmla="*/ 1644985 w 3524311"/>
              <a:gd name="connsiteY6" fmla="*/ 0 h 19789644"/>
              <a:gd name="connsiteX0" fmla="*/ 1644985 w 3525495"/>
              <a:gd name="connsiteY0" fmla="*/ 2572 h 19792216"/>
              <a:gd name="connsiteX1" fmla="*/ 2576480 w 3525495"/>
              <a:gd name="connsiteY1" fmla="*/ 2572 h 19792216"/>
              <a:gd name="connsiteX2" fmla="*/ 3519201 w 3525495"/>
              <a:gd name="connsiteY2" fmla="*/ 0 h 19792216"/>
              <a:gd name="connsiteX3" fmla="*/ 3524127 w 3525495"/>
              <a:gd name="connsiteY3" fmla="*/ 19792216 h 19792216"/>
              <a:gd name="connsiteX4" fmla="*/ 0 w 3525495"/>
              <a:gd name="connsiteY4" fmla="*/ 19789372 h 19792216"/>
              <a:gd name="connsiteX5" fmla="*/ 31361 w 3525495"/>
              <a:gd name="connsiteY5" fmla="*/ 1616196 h 19792216"/>
              <a:gd name="connsiteX6" fmla="*/ 1644985 w 3525495"/>
              <a:gd name="connsiteY6" fmla="*/ 2572 h 197922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25495" h="19792216">
                <a:moveTo>
                  <a:pt x="1644985" y="2572"/>
                </a:moveTo>
                <a:lnTo>
                  <a:pt x="2576480" y="2572"/>
                </a:lnTo>
                <a:lnTo>
                  <a:pt x="3519201" y="0"/>
                </a:lnTo>
                <a:cubicBezTo>
                  <a:pt x="3512980" y="3707601"/>
                  <a:pt x="3530348" y="16084615"/>
                  <a:pt x="3524127" y="19792216"/>
                </a:cubicBezTo>
                <a:lnTo>
                  <a:pt x="0" y="19789372"/>
                </a:lnTo>
                <a:cubicBezTo>
                  <a:pt x="12441" y="13696053"/>
                  <a:pt x="18920" y="7709515"/>
                  <a:pt x="31361" y="1616196"/>
                </a:cubicBezTo>
                <a:cubicBezTo>
                  <a:pt x="31361" y="725016"/>
                  <a:pt x="753805" y="2572"/>
                  <a:pt x="1644985" y="2572"/>
                </a:cubicBezTo>
                <a:close/>
              </a:path>
            </a:pathLst>
          </a:cu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62AA2099-DA1E-9EB9-91DB-61067B08950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 pitchFamily="2" charset="2"/>
              <a:buNone/>
              <a:defRPr sz="1600"/>
            </a:lvl1pPr>
          </a:lstStyle>
          <a:p>
            <a:fld id="{9A07687F-D30E-1A4C-A0AB-5DD07EB6EB4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3531927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ТС заголовок в 1 строку c картинк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">
            <a:extLst>
              <a:ext uri="{FF2B5EF4-FFF2-40B4-BE49-F238E27FC236}">
                <a16:creationId xmlns:a16="http://schemas.microsoft.com/office/drawing/2014/main" id="{1B85A017-193B-B346-A6A8-D35AFF7654BB}"/>
              </a:ext>
            </a:extLst>
          </p:cNvPr>
          <p:cNvSpPr/>
          <p:nvPr userDrawn="1"/>
        </p:nvSpPr>
        <p:spPr>
          <a:xfrm flipV="1">
            <a:off x="0" y="3859825"/>
            <a:ext cx="19786802" cy="7300299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44997" rIns="44997"/>
          <a:lstStyle/>
          <a:p>
            <a:endParaRPr sz="806" dirty="0"/>
          </a:p>
        </p:txBody>
      </p:sp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DD767E0E-239F-ECF8-7702-D740AA94F11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 pitchFamily="2" charset="2"/>
              <a:buNone/>
              <a:defRPr sz="1600"/>
            </a:lvl1pPr>
          </a:lstStyle>
          <a:p>
            <a:fld id="{9A07687F-D30E-1A4C-A0AB-5DD07EB6EB4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26084169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ТС заголовок в 1 строку c картинк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">
            <a:extLst>
              <a:ext uri="{FF2B5EF4-FFF2-40B4-BE49-F238E27FC236}">
                <a16:creationId xmlns:a16="http://schemas.microsoft.com/office/drawing/2014/main" id="{D1126161-E8DB-AE4A-B93F-7680CA78E80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515038" y="10272700"/>
            <a:ext cx="778844" cy="424964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 pitchFamily="2" charset="2"/>
              <a:buNone/>
              <a:defRPr sz="1968"/>
            </a:lvl1pPr>
          </a:lstStyle>
          <a:p>
            <a:fld id="{86CB4B4D-7CA3-9044-876B-883B54F8677D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10106480-AD69-C24B-9D63-9A432F463E77}"/>
              </a:ext>
            </a:extLst>
          </p:cNvPr>
          <p:cNvSpPr/>
          <p:nvPr userDrawn="1"/>
        </p:nvSpPr>
        <p:spPr>
          <a:xfrm flipV="1">
            <a:off x="0" y="5117352"/>
            <a:ext cx="19786802" cy="6042772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44997" rIns="44997"/>
          <a:lstStyle/>
          <a:p>
            <a:endParaRPr sz="806" dirty="0"/>
          </a:p>
        </p:txBody>
      </p:sp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394C479B-8287-A554-C925-77FDC6E56631}"/>
              </a:ext>
            </a:extLst>
          </p:cNvPr>
          <p:cNvSpPr txBox="1">
            <a:spLocks/>
          </p:cNvSpPr>
          <p:nvPr userDrawn="1"/>
        </p:nvSpPr>
        <p:spPr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450029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 kumimoji="0" sz="1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defRPr>
            </a:lvl1pPr>
            <a:lvl2pPr marL="0" marR="0" indent="450029" algn="l" defTabSz="450029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defRPr>
            </a:lvl2pPr>
            <a:lvl3pPr marL="0" marR="0" indent="900060" algn="l" defTabSz="450029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defRPr>
            </a:lvl3pPr>
            <a:lvl4pPr marL="0" marR="0" indent="1350086" algn="l" defTabSz="450029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defRPr>
            </a:lvl4pPr>
            <a:lvl5pPr marL="0" marR="0" indent="1800120" algn="l" defTabSz="450029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defRPr>
            </a:lvl5pPr>
            <a:lvl6pPr marL="0" marR="0" indent="2250146" algn="l" defTabSz="450029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defRPr>
            </a:lvl6pPr>
            <a:lvl7pPr marL="0" marR="0" indent="2700177" algn="l" defTabSz="450029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defRPr>
            </a:lvl7pPr>
            <a:lvl8pPr marL="0" marR="0" indent="3150206" algn="l" defTabSz="450029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defRPr>
            </a:lvl8pPr>
            <a:lvl9pPr marL="0" marR="0" indent="3600237" algn="l" defTabSz="450029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defRPr>
            </a:lvl9pPr>
          </a:lstStyle>
          <a:p>
            <a:fld id="{9A07687F-D30E-1A4C-A0AB-5DD07EB6EB4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5441808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3515" userDrawn="1">
          <p15:clr>
            <a:srgbClr val="FBAE40"/>
          </p15:clr>
        </p15:guide>
        <p15:guide id="2" pos="6236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5_ТС заголовок в 1 строку c картинк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10106480-AD69-C24B-9D63-9A432F463E77}"/>
              </a:ext>
            </a:extLst>
          </p:cNvPr>
          <p:cNvSpPr/>
          <p:nvPr userDrawn="1"/>
        </p:nvSpPr>
        <p:spPr>
          <a:xfrm flipV="1">
            <a:off x="0" y="0"/>
            <a:ext cx="19786802" cy="6042772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44997" rIns="44997"/>
          <a:lstStyle/>
          <a:p>
            <a:endParaRPr sz="806" dirty="0"/>
          </a:p>
        </p:txBody>
      </p:sp>
      <p:sp>
        <p:nvSpPr>
          <p:cNvPr id="3" name="Прямоугольник с одним усеченным и одним скругленным углом 1">
            <a:extLst>
              <a:ext uri="{FF2B5EF4-FFF2-40B4-BE49-F238E27FC236}">
                <a16:creationId xmlns:a16="http://schemas.microsoft.com/office/drawing/2014/main" id="{673694B7-2C77-28AC-8CAF-B798852D7084}"/>
              </a:ext>
            </a:extLst>
          </p:cNvPr>
          <p:cNvSpPr/>
          <p:nvPr userDrawn="1"/>
        </p:nvSpPr>
        <p:spPr>
          <a:xfrm rot="10800000" flipH="1">
            <a:off x="7001806" y="-2277"/>
            <a:ext cx="5795688" cy="7145900"/>
          </a:xfrm>
          <a:custGeom>
            <a:avLst/>
            <a:gdLst>
              <a:gd name="connsiteX0" fmla="*/ 1613624 w 4538133"/>
              <a:gd name="connsiteY0" fmla="*/ 0 h 11160126"/>
              <a:gd name="connsiteX1" fmla="*/ 4538133 w 4538133"/>
              <a:gd name="connsiteY1" fmla="*/ 0 h 11160126"/>
              <a:gd name="connsiteX2" fmla="*/ 4538133 w 4538133"/>
              <a:gd name="connsiteY2" fmla="*/ 0 h 11160126"/>
              <a:gd name="connsiteX3" fmla="*/ 4538133 w 4538133"/>
              <a:gd name="connsiteY3" fmla="*/ 11160126 h 11160126"/>
              <a:gd name="connsiteX4" fmla="*/ 0 w 4538133"/>
              <a:gd name="connsiteY4" fmla="*/ 11160126 h 11160126"/>
              <a:gd name="connsiteX5" fmla="*/ 0 w 4538133"/>
              <a:gd name="connsiteY5" fmla="*/ 1613624 h 11160126"/>
              <a:gd name="connsiteX6" fmla="*/ 1613624 w 4538133"/>
              <a:gd name="connsiteY6" fmla="*/ 0 h 11160126"/>
              <a:gd name="connsiteX0" fmla="*/ 1613624 w 6740157"/>
              <a:gd name="connsiteY0" fmla="*/ 0 h 11160126"/>
              <a:gd name="connsiteX1" fmla="*/ 4538133 w 6740157"/>
              <a:gd name="connsiteY1" fmla="*/ 0 h 11160126"/>
              <a:gd name="connsiteX2" fmla="*/ 4538133 w 6740157"/>
              <a:gd name="connsiteY2" fmla="*/ 0 h 11160126"/>
              <a:gd name="connsiteX3" fmla="*/ 6740157 w 6740157"/>
              <a:gd name="connsiteY3" fmla="*/ 11141465 h 11160126"/>
              <a:gd name="connsiteX4" fmla="*/ 0 w 6740157"/>
              <a:gd name="connsiteY4" fmla="*/ 11160126 h 11160126"/>
              <a:gd name="connsiteX5" fmla="*/ 0 w 6740157"/>
              <a:gd name="connsiteY5" fmla="*/ 1613624 h 11160126"/>
              <a:gd name="connsiteX6" fmla="*/ 1613624 w 6740157"/>
              <a:gd name="connsiteY6" fmla="*/ 0 h 11160126"/>
              <a:gd name="connsiteX0" fmla="*/ 1613624 w 6740157"/>
              <a:gd name="connsiteY0" fmla="*/ 0 h 11160126"/>
              <a:gd name="connsiteX1" fmla="*/ 4538133 w 6740157"/>
              <a:gd name="connsiteY1" fmla="*/ 0 h 11160126"/>
              <a:gd name="connsiteX2" fmla="*/ 6665512 w 6740157"/>
              <a:gd name="connsiteY2" fmla="*/ 0 h 11160126"/>
              <a:gd name="connsiteX3" fmla="*/ 6740157 w 6740157"/>
              <a:gd name="connsiteY3" fmla="*/ 11141465 h 11160126"/>
              <a:gd name="connsiteX4" fmla="*/ 0 w 6740157"/>
              <a:gd name="connsiteY4" fmla="*/ 11160126 h 11160126"/>
              <a:gd name="connsiteX5" fmla="*/ 0 w 6740157"/>
              <a:gd name="connsiteY5" fmla="*/ 1613624 h 11160126"/>
              <a:gd name="connsiteX6" fmla="*/ 1613624 w 6740157"/>
              <a:gd name="connsiteY6" fmla="*/ 0 h 11160126"/>
              <a:gd name="connsiteX0" fmla="*/ 1613624 w 6665512"/>
              <a:gd name="connsiteY0" fmla="*/ 0 h 11160126"/>
              <a:gd name="connsiteX1" fmla="*/ 4538133 w 6665512"/>
              <a:gd name="connsiteY1" fmla="*/ 0 h 11160126"/>
              <a:gd name="connsiteX2" fmla="*/ 6665512 w 6665512"/>
              <a:gd name="connsiteY2" fmla="*/ 0 h 11160126"/>
              <a:gd name="connsiteX3" fmla="*/ 5919063 w 6665512"/>
              <a:gd name="connsiteY3" fmla="*/ 11104143 h 11160126"/>
              <a:gd name="connsiteX4" fmla="*/ 0 w 6665512"/>
              <a:gd name="connsiteY4" fmla="*/ 11160126 h 11160126"/>
              <a:gd name="connsiteX5" fmla="*/ 0 w 6665512"/>
              <a:gd name="connsiteY5" fmla="*/ 1613624 h 11160126"/>
              <a:gd name="connsiteX6" fmla="*/ 1613624 w 6665512"/>
              <a:gd name="connsiteY6" fmla="*/ 0 h 11160126"/>
              <a:gd name="connsiteX0" fmla="*/ 1613624 w 6665512"/>
              <a:gd name="connsiteY0" fmla="*/ 0 h 11160126"/>
              <a:gd name="connsiteX1" fmla="*/ 4538133 w 6665512"/>
              <a:gd name="connsiteY1" fmla="*/ 0 h 11160126"/>
              <a:gd name="connsiteX2" fmla="*/ 6665512 w 6665512"/>
              <a:gd name="connsiteY2" fmla="*/ 0 h 11160126"/>
              <a:gd name="connsiteX3" fmla="*/ 6646850 w 6665512"/>
              <a:gd name="connsiteY3" fmla="*/ 11122804 h 11160126"/>
              <a:gd name="connsiteX4" fmla="*/ 0 w 6665512"/>
              <a:gd name="connsiteY4" fmla="*/ 11160126 h 11160126"/>
              <a:gd name="connsiteX5" fmla="*/ 0 w 6665512"/>
              <a:gd name="connsiteY5" fmla="*/ 1613624 h 11160126"/>
              <a:gd name="connsiteX6" fmla="*/ 1613624 w 6665512"/>
              <a:gd name="connsiteY6" fmla="*/ 0 h 11160126"/>
              <a:gd name="connsiteX0" fmla="*/ 1613624 w 6646883"/>
              <a:gd name="connsiteY0" fmla="*/ 21265 h 11181391"/>
              <a:gd name="connsiteX1" fmla="*/ 4538133 w 6646883"/>
              <a:gd name="connsiteY1" fmla="*/ 21265 h 11181391"/>
              <a:gd name="connsiteX2" fmla="*/ 5793642 w 6646883"/>
              <a:gd name="connsiteY2" fmla="*/ 0 h 11181391"/>
              <a:gd name="connsiteX3" fmla="*/ 6646850 w 6646883"/>
              <a:gd name="connsiteY3" fmla="*/ 11144069 h 11181391"/>
              <a:gd name="connsiteX4" fmla="*/ 0 w 6646883"/>
              <a:gd name="connsiteY4" fmla="*/ 11181391 h 11181391"/>
              <a:gd name="connsiteX5" fmla="*/ 0 w 6646883"/>
              <a:gd name="connsiteY5" fmla="*/ 1634889 h 11181391"/>
              <a:gd name="connsiteX6" fmla="*/ 1613624 w 6646883"/>
              <a:gd name="connsiteY6" fmla="*/ 21265 h 11181391"/>
              <a:gd name="connsiteX0" fmla="*/ 1613624 w 5793642"/>
              <a:gd name="connsiteY0" fmla="*/ 21265 h 11181391"/>
              <a:gd name="connsiteX1" fmla="*/ 4538133 w 5793642"/>
              <a:gd name="connsiteY1" fmla="*/ 21265 h 11181391"/>
              <a:gd name="connsiteX2" fmla="*/ 5793642 w 5793642"/>
              <a:gd name="connsiteY2" fmla="*/ 0 h 11181391"/>
              <a:gd name="connsiteX3" fmla="*/ 5753716 w 5793642"/>
              <a:gd name="connsiteY3" fmla="*/ 11144069 h 11181391"/>
              <a:gd name="connsiteX4" fmla="*/ 0 w 5793642"/>
              <a:gd name="connsiteY4" fmla="*/ 11181391 h 11181391"/>
              <a:gd name="connsiteX5" fmla="*/ 0 w 5793642"/>
              <a:gd name="connsiteY5" fmla="*/ 1634889 h 11181391"/>
              <a:gd name="connsiteX6" fmla="*/ 1613624 w 5793642"/>
              <a:gd name="connsiteY6" fmla="*/ 21265 h 11181391"/>
              <a:gd name="connsiteX0" fmla="*/ 1613624 w 5793642"/>
              <a:gd name="connsiteY0" fmla="*/ 21265 h 11144069"/>
              <a:gd name="connsiteX1" fmla="*/ 4538133 w 5793642"/>
              <a:gd name="connsiteY1" fmla="*/ 21265 h 11144069"/>
              <a:gd name="connsiteX2" fmla="*/ 5793642 w 5793642"/>
              <a:gd name="connsiteY2" fmla="*/ 0 h 11144069"/>
              <a:gd name="connsiteX3" fmla="*/ 5753716 w 5793642"/>
              <a:gd name="connsiteY3" fmla="*/ 11144069 h 11144069"/>
              <a:gd name="connsiteX4" fmla="*/ 21265 w 5793642"/>
              <a:gd name="connsiteY4" fmla="*/ 8204275 h 11144069"/>
              <a:gd name="connsiteX5" fmla="*/ 0 w 5793642"/>
              <a:gd name="connsiteY5" fmla="*/ 1634889 h 11144069"/>
              <a:gd name="connsiteX6" fmla="*/ 1613624 w 5793642"/>
              <a:gd name="connsiteY6" fmla="*/ 21265 h 11144069"/>
              <a:gd name="connsiteX0" fmla="*/ 1615670 w 5795688"/>
              <a:gd name="connsiteY0" fmla="*/ 21265 h 11144069"/>
              <a:gd name="connsiteX1" fmla="*/ 4540179 w 5795688"/>
              <a:gd name="connsiteY1" fmla="*/ 21265 h 11144069"/>
              <a:gd name="connsiteX2" fmla="*/ 5795688 w 5795688"/>
              <a:gd name="connsiteY2" fmla="*/ 0 h 11144069"/>
              <a:gd name="connsiteX3" fmla="*/ 5755762 w 5795688"/>
              <a:gd name="connsiteY3" fmla="*/ 11144069 h 11144069"/>
              <a:gd name="connsiteX4" fmla="*/ 2046 w 5795688"/>
              <a:gd name="connsiteY4" fmla="*/ 7055959 h 11144069"/>
              <a:gd name="connsiteX5" fmla="*/ 2046 w 5795688"/>
              <a:gd name="connsiteY5" fmla="*/ 1634889 h 11144069"/>
              <a:gd name="connsiteX6" fmla="*/ 1615670 w 5795688"/>
              <a:gd name="connsiteY6" fmla="*/ 21265 h 11144069"/>
              <a:gd name="connsiteX0" fmla="*/ 1615670 w 5795688"/>
              <a:gd name="connsiteY0" fmla="*/ 21265 h 7103697"/>
              <a:gd name="connsiteX1" fmla="*/ 4540179 w 5795688"/>
              <a:gd name="connsiteY1" fmla="*/ 21265 h 7103697"/>
              <a:gd name="connsiteX2" fmla="*/ 5795688 w 5795688"/>
              <a:gd name="connsiteY2" fmla="*/ 0 h 7103697"/>
              <a:gd name="connsiteX3" fmla="*/ 5755762 w 5795688"/>
              <a:gd name="connsiteY3" fmla="*/ 7103697 h 7103697"/>
              <a:gd name="connsiteX4" fmla="*/ 2046 w 5795688"/>
              <a:gd name="connsiteY4" fmla="*/ 7055959 h 7103697"/>
              <a:gd name="connsiteX5" fmla="*/ 2046 w 5795688"/>
              <a:gd name="connsiteY5" fmla="*/ 1634889 h 7103697"/>
              <a:gd name="connsiteX6" fmla="*/ 1615670 w 5795688"/>
              <a:gd name="connsiteY6" fmla="*/ 21265 h 7103697"/>
              <a:gd name="connsiteX0" fmla="*/ 1615670 w 5795688"/>
              <a:gd name="connsiteY0" fmla="*/ 21265 h 7141172"/>
              <a:gd name="connsiteX1" fmla="*/ 4540179 w 5795688"/>
              <a:gd name="connsiteY1" fmla="*/ 21265 h 7141172"/>
              <a:gd name="connsiteX2" fmla="*/ 5795688 w 5795688"/>
              <a:gd name="connsiteY2" fmla="*/ 0 h 7141172"/>
              <a:gd name="connsiteX3" fmla="*/ 5748267 w 5795688"/>
              <a:gd name="connsiteY3" fmla="*/ 7141172 h 7141172"/>
              <a:gd name="connsiteX4" fmla="*/ 2046 w 5795688"/>
              <a:gd name="connsiteY4" fmla="*/ 7055959 h 7141172"/>
              <a:gd name="connsiteX5" fmla="*/ 2046 w 5795688"/>
              <a:gd name="connsiteY5" fmla="*/ 1634889 h 7141172"/>
              <a:gd name="connsiteX6" fmla="*/ 1615670 w 5795688"/>
              <a:gd name="connsiteY6" fmla="*/ 21265 h 7141172"/>
              <a:gd name="connsiteX0" fmla="*/ 1615670 w 5795688"/>
              <a:gd name="connsiteY0" fmla="*/ 21265 h 7145900"/>
              <a:gd name="connsiteX1" fmla="*/ 4540179 w 5795688"/>
              <a:gd name="connsiteY1" fmla="*/ 21265 h 7145900"/>
              <a:gd name="connsiteX2" fmla="*/ 5795688 w 5795688"/>
              <a:gd name="connsiteY2" fmla="*/ 0 h 7145900"/>
              <a:gd name="connsiteX3" fmla="*/ 5748267 w 5795688"/>
              <a:gd name="connsiteY3" fmla="*/ 7141172 h 7145900"/>
              <a:gd name="connsiteX4" fmla="*/ 2046 w 5795688"/>
              <a:gd name="connsiteY4" fmla="*/ 7145900 h 7145900"/>
              <a:gd name="connsiteX5" fmla="*/ 2046 w 5795688"/>
              <a:gd name="connsiteY5" fmla="*/ 1634889 h 7145900"/>
              <a:gd name="connsiteX6" fmla="*/ 1615670 w 5795688"/>
              <a:gd name="connsiteY6" fmla="*/ 21265 h 7145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95688" h="7145900">
                <a:moveTo>
                  <a:pt x="1615670" y="21265"/>
                </a:moveTo>
                <a:lnTo>
                  <a:pt x="4540179" y="21265"/>
                </a:lnTo>
                <a:cubicBezTo>
                  <a:pt x="5249305" y="21265"/>
                  <a:pt x="5086562" y="0"/>
                  <a:pt x="5795688" y="0"/>
                </a:cubicBezTo>
                <a:cubicBezTo>
                  <a:pt x="5789467" y="3707601"/>
                  <a:pt x="5754488" y="3433571"/>
                  <a:pt x="5748267" y="7141172"/>
                </a:cubicBezTo>
                <a:lnTo>
                  <a:pt x="2046" y="7145900"/>
                </a:lnTo>
                <a:cubicBezTo>
                  <a:pt x="-5042" y="4956105"/>
                  <a:pt x="9134" y="3824684"/>
                  <a:pt x="2046" y="1634889"/>
                </a:cubicBezTo>
                <a:cubicBezTo>
                  <a:pt x="2046" y="743709"/>
                  <a:pt x="724490" y="21265"/>
                  <a:pt x="1615670" y="21265"/>
                </a:cubicBez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07682F18-8DFA-8B45-AC66-2469D8713F9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 pitchFamily="2" charset="2"/>
              <a:buNone/>
              <a:defRPr sz="1600"/>
            </a:lvl1pPr>
          </a:lstStyle>
          <a:p>
            <a:fld id="{9A07687F-D30E-1A4C-A0AB-5DD07EB6EB4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9611441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ТС заголовок в 1 строку c картинк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7B09A6F8-A775-8715-407E-C69332CBC5D0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 pitchFamily="2" charset="2"/>
              <a:buNone/>
              <a:defRPr sz="1600"/>
            </a:lvl1pPr>
          </a:lstStyle>
          <a:p>
            <a:fld id="{9A07687F-D30E-1A4C-A0AB-5DD07EB6EB4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3441311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ТС заголовок в 1 строку c картинк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6956256C-48F3-269E-DA0B-F9F36FC0D7F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 pitchFamily="2" charset="2"/>
              <a:buNone/>
              <a:defRPr sz="1600"/>
            </a:lvl1pPr>
          </a:lstStyle>
          <a:p>
            <a:fld id="{9A07687F-D30E-1A4C-A0AB-5DD07EB6EB4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6963487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ТС заголовок в 1 строку c картинк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4415926E-81EF-1466-7D52-DAD555E2414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 pitchFamily="2" charset="2"/>
              <a:buNone/>
              <a:defRPr sz="1600"/>
            </a:lvl1pPr>
          </a:lstStyle>
          <a:p>
            <a:fld id="{9A07687F-D30E-1A4C-A0AB-5DD07EB6EB4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6287615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ТС заголовок в 1 строку c картинк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C6B8652C-FA1B-2FC2-99D3-787F0C4EBE7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 pitchFamily="2" charset="2"/>
              <a:buNone/>
              <a:defRPr sz="1600"/>
            </a:lvl1pPr>
          </a:lstStyle>
          <a:p>
            <a:fld id="{9A07687F-D30E-1A4C-A0AB-5DD07EB6EB4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23641696"/>
      </p:ext>
    </p:extLst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229569A8-7A8E-3D0A-16C6-4155BC32BCE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 pitchFamily="2" charset="2"/>
              <a:buNone/>
              <a:defRPr sz="1600"/>
            </a:lvl1pPr>
          </a:lstStyle>
          <a:p>
            <a:fld id="{9A07687F-D30E-1A4C-A0AB-5DD07EB6EB47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" name="Freeform 16">
            <a:extLst>
              <a:ext uri="{FF2B5EF4-FFF2-40B4-BE49-F238E27FC236}">
                <a16:creationId xmlns:a16="http://schemas.microsoft.com/office/drawing/2014/main" id="{D836DD8A-88BD-8A42-80E4-A7C2F04B7310}"/>
              </a:ext>
            </a:extLst>
          </p:cNvPr>
          <p:cNvSpPr/>
          <p:nvPr userDrawn="1"/>
        </p:nvSpPr>
        <p:spPr>
          <a:xfrm>
            <a:off x="719138" y="1900798"/>
            <a:ext cx="3705412" cy="7586101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en-US" sz="2923" dirty="0">
              <a:latin typeface="Tinkoff Sans" panose="02000506050000020004" pitchFamily="2" charset="0"/>
            </a:endParaRPr>
          </a:p>
        </p:txBody>
      </p:sp>
      <p:sp>
        <p:nvSpPr>
          <p:cNvPr id="5" name="Рисунок 8">
            <a:extLst>
              <a:ext uri="{FF2B5EF4-FFF2-40B4-BE49-F238E27FC236}">
                <a16:creationId xmlns:a16="http://schemas.microsoft.com/office/drawing/2014/main" id="{25DE1B06-3FF2-5ADB-6D74-35914AC9126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56021" y="2130873"/>
            <a:ext cx="3231647" cy="7125951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kumimoji="0" lang="ru-RU" sz="2400" normalizeH="0">
                <a:ln>
                  <a:noFill/>
                </a:ln>
                <a:solidFill>
                  <a:schemeClr val="accent6"/>
                </a:solidFill>
                <a:effectLst/>
              </a:defRPr>
            </a:lvl1pPr>
          </a:lstStyle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endParaRPr lang="ru-RU" dirty="0"/>
          </a:p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endParaRPr lang="ru-RU" dirty="0"/>
          </a:p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endParaRPr lang="ru-RU" dirty="0"/>
          </a:p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endParaRPr lang="ru-RU" dirty="0"/>
          </a:p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r>
              <a:rPr lang="ru-RU" dirty="0"/>
              <a:t>Вставка рисунка</a:t>
            </a:r>
          </a:p>
        </p:txBody>
      </p:sp>
      <p:sp>
        <p:nvSpPr>
          <p:cNvPr id="6" name="Freeform 16">
            <a:extLst>
              <a:ext uri="{FF2B5EF4-FFF2-40B4-BE49-F238E27FC236}">
                <a16:creationId xmlns:a16="http://schemas.microsoft.com/office/drawing/2014/main" id="{951E70BA-05EB-F336-3056-93940562B4E6}"/>
              </a:ext>
            </a:extLst>
          </p:cNvPr>
          <p:cNvSpPr/>
          <p:nvPr userDrawn="1"/>
        </p:nvSpPr>
        <p:spPr>
          <a:xfrm>
            <a:off x="4908077" y="1900798"/>
            <a:ext cx="3705412" cy="7586101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en-US" sz="2923" dirty="0">
              <a:latin typeface="Tinkoff Sans" panose="02000506050000020004" pitchFamily="2" charset="0"/>
            </a:endParaRPr>
          </a:p>
        </p:txBody>
      </p:sp>
      <p:sp>
        <p:nvSpPr>
          <p:cNvPr id="7" name="Рисунок 8">
            <a:extLst>
              <a:ext uri="{FF2B5EF4-FFF2-40B4-BE49-F238E27FC236}">
                <a16:creationId xmlns:a16="http://schemas.microsoft.com/office/drawing/2014/main" id="{B84B1957-28B5-8D21-744F-F897A0D9E75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144960" y="2130873"/>
            <a:ext cx="3231647" cy="7125951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kumimoji="0" lang="ru-RU" sz="2400" normalizeH="0">
                <a:ln>
                  <a:noFill/>
                </a:ln>
                <a:solidFill>
                  <a:schemeClr val="accent6"/>
                </a:solidFill>
                <a:effectLst/>
              </a:defRPr>
            </a:lvl1pPr>
          </a:lstStyle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endParaRPr lang="ru-RU" dirty="0"/>
          </a:p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endParaRPr lang="ru-RU" dirty="0"/>
          </a:p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endParaRPr lang="ru-RU" dirty="0"/>
          </a:p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endParaRPr lang="ru-RU" dirty="0"/>
          </a:p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r>
              <a:rPr lang="ru-RU" dirty="0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1712050544"/>
      </p:ext>
    </p:extLst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0823704E-EFE0-CB52-4796-7B56DAC6A2F3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 pitchFamily="2" charset="2"/>
              <a:buNone/>
              <a:defRPr sz="1600"/>
            </a:lvl1pPr>
          </a:lstStyle>
          <a:p>
            <a:fld id="{9A07687F-D30E-1A4C-A0AB-5DD07EB6EB47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" name="Freeform 16">
            <a:extLst>
              <a:ext uri="{FF2B5EF4-FFF2-40B4-BE49-F238E27FC236}">
                <a16:creationId xmlns:a16="http://schemas.microsoft.com/office/drawing/2014/main" id="{E1284951-4FA0-549A-DB8B-17E874F7259B}"/>
              </a:ext>
            </a:extLst>
          </p:cNvPr>
          <p:cNvSpPr/>
          <p:nvPr userDrawn="1"/>
        </p:nvSpPr>
        <p:spPr>
          <a:xfrm>
            <a:off x="719138" y="1900798"/>
            <a:ext cx="3705412" cy="7586101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en-US" sz="2923" dirty="0">
              <a:latin typeface="Tinkoff Sans" panose="02000506050000020004" pitchFamily="2" charset="0"/>
            </a:endParaRPr>
          </a:p>
        </p:txBody>
      </p:sp>
      <p:sp>
        <p:nvSpPr>
          <p:cNvPr id="5" name="Рисунок 8">
            <a:extLst>
              <a:ext uri="{FF2B5EF4-FFF2-40B4-BE49-F238E27FC236}">
                <a16:creationId xmlns:a16="http://schemas.microsoft.com/office/drawing/2014/main" id="{CC0A6812-B280-5295-0583-309E15E5FF8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56021" y="2130873"/>
            <a:ext cx="3231647" cy="7125951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kumimoji="0" lang="ru-RU" sz="2400" normalizeH="0">
                <a:ln>
                  <a:noFill/>
                </a:ln>
                <a:solidFill>
                  <a:schemeClr val="accent6"/>
                </a:solidFill>
                <a:effectLst/>
              </a:defRPr>
            </a:lvl1pPr>
          </a:lstStyle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endParaRPr lang="ru-RU" dirty="0"/>
          </a:p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endParaRPr lang="ru-RU" dirty="0"/>
          </a:p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endParaRPr lang="ru-RU" dirty="0"/>
          </a:p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endParaRPr lang="ru-RU" dirty="0"/>
          </a:p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r>
              <a:rPr lang="ru-RU" dirty="0"/>
              <a:t>Вставка рисунка</a:t>
            </a:r>
          </a:p>
        </p:txBody>
      </p:sp>
      <p:sp>
        <p:nvSpPr>
          <p:cNvPr id="6" name="Freeform 16">
            <a:extLst>
              <a:ext uri="{FF2B5EF4-FFF2-40B4-BE49-F238E27FC236}">
                <a16:creationId xmlns:a16="http://schemas.microsoft.com/office/drawing/2014/main" id="{01A1CA1B-2CEB-A7AA-005B-F864380D4AA7}"/>
              </a:ext>
            </a:extLst>
          </p:cNvPr>
          <p:cNvSpPr/>
          <p:nvPr userDrawn="1"/>
        </p:nvSpPr>
        <p:spPr>
          <a:xfrm>
            <a:off x="4908077" y="1900798"/>
            <a:ext cx="3705412" cy="7586101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en-US" sz="2923" dirty="0">
              <a:latin typeface="Tinkoff Sans" panose="02000506050000020004" pitchFamily="2" charset="0"/>
            </a:endParaRPr>
          </a:p>
        </p:txBody>
      </p:sp>
      <p:sp>
        <p:nvSpPr>
          <p:cNvPr id="7" name="Рисунок 8">
            <a:extLst>
              <a:ext uri="{FF2B5EF4-FFF2-40B4-BE49-F238E27FC236}">
                <a16:creationId xmlns:a16="http://schemas.microsoft.com/office/drawing/2014/main" id="{5986BE78-CABD-8A4C-1A7A-B89AC087E58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144960" y="2130873"/>
            <a:ext cx="3231647" cy="7125951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kumimoji="0" lang="ru-RU" sz="2400" normalizeH="0">
                <a:ln>
                  <a:noFill/>
                </a:ln>
                <a:solidFill>
                  <a:schemeClr val="accent6"/>
                </a:solidFill>
                <a:effectLst/>
              </a:defRPr>
            </a:lvl1pPr>
          </a:lstStyle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endParaRPr lang="ru-RU" dirty="0"/>
          </a:p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endParaRPr lang="ru-RU" dirty="0"/>
          </a:p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endParaRPr lang="ru-RU" dirty="0"/>
          </a:p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endParaRPr lang="ru-RU" dirty="0"/>
          </a:p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r>
              <a:rPr lang="ru-RU" dirty="0"/>
              <a:t>Вставка рисунка</a:t>
            </a:r>
          </a:p>
        </p:txBody>
      </p:sp>
      <p:sp>
        <p:nvSpPr>
          <p:cNvPr id="8" name="Freeform 16">
            <a:extLst>
              <a:ext uri="{FF2B5EF4-FFF2-40B4-BE49-F238E27FC236}">
                <a16:creationId xmlns:a16="http://schemas.microsoft.com/office/drawing/2014/main" id="{860526FA-B0DF-F38D-500D-99931D181914}"/>
              </a:ext>
            </a:extLst>
          </p:cNvPr>
          <p:cNvSpPr/>
          <p:nvPr userDrawn="1"/>
        </p:nvSpPr>
        <p:spPr>
          <a:xfrm>
            <a:off x="9107562" y="1900798"/>
            <a:ext cx="3705412" cy="7586101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en-US" sz="2923" dirty="0">
              <a:latin typeface="Tinkoff Sans" panose="02000506050000020004" pitchFamily="2" charset="0"/>
            </a:endParaRPr>
          </a:p>
        </p:txBody>
      </p:sp>
      <p:sp>
        <p:nvSpPr>
          <p:cNvPr id="10" name="Рисунок 8">
            <a:extLst>
              <a:ext uri="{FF2B5EF4-FFF2-40B4-BE49-F238E27FC236}">
                <a16:creationId xmlns:a16="http://schemas.microsoft.com/office/drawing/2014/main" id="{CA5CBEC2-5501-3A45-7BA0-FB9966037A0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344445" y="2130873"/>
            <a:ext cx="3231647" cy="7125951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kumimoji="0" lang="ru-RU" sz="2400" normalizeH="0">
                <a:ln>
                  <a:noFill/>
                </a:ln>
                <a:solidFill>
                  <a:schemeClr val="accent6"/>
                </a:solidFill>
                <a:effectLst/>
              </a:defRPr>
            </a:lvl1pPr>
          </a:lstStyle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endParaRPr lang="ru-RU" dirty="0"/>
          </a:p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endParaRPr lang="ru-RU" dirty="0"/>
          </a:p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endParaRPr lang="ru-RU" dirty="0"/>
          </a:p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endParaRPr lang="ru-RU" dirty="0"/>
          </a:p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r>
              <a:rPr lang="ru-RU" dirty="0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1368694916"/>
      </p:ext>
    </p:extLst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619ED438-C155-D7D1-A71E-4CF48940737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 pitchFamily="2" charset="2"/>
              <a:buNone/>
              <a:defRPr sz="1600"/>
            </a:lvl1pPr>
          </a:lstStyle>
          <a:p>
            <a:fld id="{9A07687F-D30E-1A4C-A0AB-5DD07EB6EB47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" name="Freeform 16">
            <a:extLst>
              <a:ext uri="{FF2B5EF4-FFF2-40B4-BE49-F238E27FC236}">
                <a16:creationId xmlns:a16="http://schemas.microsoft.com/office/drawing/2014/main" id="{866B1C34-2642-3861-B25A-6D89741AFC8B}"/>
              </a:ext>
            </a:extLst>
          </p:cNvPr>
          <p:cNvSpPr/>
          <p:nvPr userDrawn="1"/>
        </p:nvSpPr>
        <p:spPr>
          <a:xfrm>
            <a:off x="719138" y="2136718"/>
            <a:ext cx="3451120" cy="7065487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en-US" sz="2923" dirty="0">
              <a:latin typeface="Tinkoff Sans" panose="02000506050000020004" pitchFamily="2" charset="0"/>
            </a:endParaRPr>
          </a:p>
        </p:txBody>
      </p:sp>
      <p:sp>
        <p:nvSpPr>
          <p:cNvPr id="5" name="Рисунок 8">
            <a:extLst>
              <a:ext uri="{FF2B5EF4-FFF2-40B4-BE49-F238E27FC236}">
                <a16:creationId xmlns:a16="http://schemas.microsoft.com/office/drawing/2014/main" id="{8B1A7973-D2AA-1AE6-F6FF-AF9582D91C1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39765" y="2351003"/>
            <a:ext cx="3009867" cy="6636916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kumimoji="0" lang="ru-RU" sz="2400" normalizeH="0">
                <a:ln>
                  <a:noFill/>
                </a:ln>
                <a:solidFill>
                  <a:schemeClr val="accent6"/>
                </a:solidFill>
                <a:effectLst/>
              </a:defRPr>
            </a:lvl1pPr>
          </a:lstStyle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endParaRPr lang="ru-RU" dirty="0"/>
          </a:p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endParaRPr lang="ru-RU" dirty="0"/>
          </a:p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endParaRPr lang="ru-RU" dirty="0"/>
          </a:p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endParaRPr lang="ru-RU" dirty="0"/>
          </a:p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r>
              <a:rPr lang="ru-RU" dirty="0"/>
              <a:t>Вставка рисунка</a:t>
            </a:r>
          </a:p>
        </p:txBody>
      </p:sp>
      <p:sp>
        <p:nvSpPr>
          <p:cNvPr id="6" name="Freeform 16">
            <a:extLst>
              <a:ext uri="{FF2B5EF4-FFF2-40B4-BE49-F238E27FC236}">
                <a16:creationId xmlns:a16="http://schemas.microsoft.com/office/drawing/2014/main" id="{2098FCED-FF7D-5260-17DA-7B47498D6323}"/>
              </a:ext>
            </a:extLst>
          </p:cNvPr>
          <p:cNvSpPr/>
          <p:nvPr userDrawn="1"/>
        </p:nvSpPr>
        <p:spPr>
          <a:xfrm>
            <a:off x="4427042" y="2136718"/>
            <a:ext cx="3451120" cy="7065487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en-US" sz="2923" dirty="0">
              <a:latin typeface="Tinkoff Sans" panose="02000506050000020004" pitchFamily="2" charset="0"/>
            </a:endParaRPr>
          </a:p>
        </p:txBody>
      </p:sp>
      <p:sp>
        <p:nvSpPr>
          <p:cNvPr id="7" name="Рисунок 8">
            <a:extLst>
              <a:ext uri="{FF2B5EF4-FFF2-40B4-BE49-F238E27FC236}">
                <a16:creationId xmlns:a16="http://schemas.microsoft.com/office/drawing/2014/main" id="{275BE649-A240-5BF8-CA73-F88A2E76B5A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647669" y="2351003"/>
            <a:ext cx="3009867" cy="6636916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kumimoji="0" lang="ru-RU" sz="2400" normalizeH="0">
                <a:ln>
                  <a:noFill/>
                </a:ln>
                <a:solidFill>
                  <a:schemeClr val="accent6"/>
                </a:solidFill>
                <a:effectLst/>
              </a:defRPr>
            </a:lvl1pPr>
          </a:lstStyle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endParaRPr lang="ru-RU" dirty="0"/>
          </a:p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endParaRPr lang="ru-RU" dirty="0"/>
          </a:p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endParaRPr lang="ru-RU" dirty="0"/>
          </a:p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endParaRPr lang="ru-RU" dirty="0"/>
          </a:p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r>
              <a:rPr lang="ru-RU" dirty="0"/>
              <a:t>Вставка рисунка</a:t>
            </a:r>
          </a:p>
        </p:txBody>
      </p:sp>
      <p:sp>
        <p:nvSpPr>
          <p:cNvPr id="8" name="Freeform 16">
            <a:extLst>
              <a:ext uri="{FF2B5EF4-FFF2-40B4-BE49-F238E27FC236}">
                <a16:creationId xmlns:a16="http://schemas.microsoft.com/office/drawing/2014/main" id="{F9EECE99-41F0-A950-305B-B592909EEE1F}"/>
              </a:ext>
            </a:extLst>
          </p:cNvPr>
          <p:cNvSpPr/>
          <p:nvPr userDrawn="1"/>
        </p:nvSpPr>
        <p:spPr>
          <a:xfrm>
            <a:off x="8148870" y="2136718"/>
            <a:ext cx="3451120" cy="7065487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en-US" sz="2923" dirty="0">
              <a:latin typeface="Tinkoff Sans" panose="02000506050000020004" pitchFamily="2" charset="0"/>
            </a:endParaRPr>
          </a:p>
        </p:txBody>
      </p:sp>
      <p:sp>
        <p:nvSpPr>
          <p:cNvPr id="10" name="Рисунок 8">
            <a:extLst>
              <a:ext uri="{FF2B5EF4-FFF2-40B4-BE49-F238E27FC236}">
                <a16:creationId xmlns:a16="http://schemas.microsoft.com/office/drawing/2014/main" id="{61E8FA02-2B73-F06B-B08E-E0124115192A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8369497" y="2351003"/>
            <a:ext cx="3009867" cy="6636916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kumimoji="0" lang="ru-RU" sz="2400" normalizeH="0">
                <a:ln>
                  <a:noFill/>
                </a:ln>
                <a:solidFill>
                  <a:schemeClr val="accent6"/>
                </a:solidFill>
                <a:effectLst/>
              </a:defRPr>
            </a:lvl1pPr>
          </a:lstStyle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endParaRPr lang="ru-RU" dirty="0"/>
          </a:p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endParaRPr lang="ru-RU" dirty="0"/>
          </a:p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endParaRPr lang="ru-RU" dirty="0"/>
          </a:p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endParaRPr lang="ru-RU" dirty="0"/>
          </a:p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r>
              <a:rPr lang="ru-RU" dirty="0"/>
              <a:t>Вставка рисунка</a:t>
            </a:r>
          </a:p>
        </p:txBody>
      </p:sp>
      <p:sp>
        <p:nvSpPr>
          <p:cNvPr id="11" name="Freeform 16">
            <a:extLst>
              <a:ext uri="{FF2B5EF4-FFF2-40B4-BE49-F238E27FC236}">
                <a16:creationId xmlns:a16="http://schemas.microsoft.com/office/drawing/2014/main" id="{B02D0100-CFAF-4DDB-3D1F-B434992E4A3D}"/>
              </a:ext>
            </a:extLst>
          </p:cNvPr>
          <p:cNvSpPr/>
          <p:nvPr userDrawn="1"/>
        </p:nvSpPr>
        <p:spPr>
          <a:xfrm>
            <a:off x="11859632" y="2136718"/>
            <a:ext cx="3451120" cy="7065487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en-US" sz="2923" dirty="0">
              <a:latin typeface="Tinkoff Sans" panose="02000506050000020004" pitchFamily="2" charset="0"/>
            </a:endParaRPr>
          </a:p>
        </p:txBody>
      </p:sp>
      <p:sp>
        <p:nvSpPr>
          <p:cNvPr id="12" name="Рисунок 8">
            <a:extLst>
              <a:ext uri="{FF2B5EF4-FFF2-40B4-BE49-F238E27FC236}">
                <a16:creationId xmlns:a16="http://schemas.microsoft.com/office/drawing/2014/main" id="{0A0D914A-D415-0922-3C8B-9AE3EE97A2A6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2080259" y="2351003"/>
            <a:ext cx="3009867" cy="6636916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kumimoji="0" lang="ru-RU" sz="2400" normalizeH="0">
                <a:ln>
                  <a:noFill/>
                </a:ln>
                <a:solidFill>
                  <a:schemeClr val="accent6"/>
                </a:solidFill>
                <a:effectLst/>
              </a:defRPr>
            </a:lvl1pPr>
          </a:lstStyle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endParaRPr lang="ru-RU" dirty="0"/>
          </a:p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endParaRPr lang="ru-RU" dirty="0"/>
          </a:p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endParaRPr lang="ru-RU" dirty="0"/>
          </a:p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endParaRPr lang="ru-RU" dirty="0"/>
          </a:p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r>
              <a:rPr lang="ru-RU" dirty="0"/>
              <a:t>Вставка рисунка</a:t>
            </a:r>
          </a:p>
        </p:txBody>
      </p:sp>
      <p:sp>
        <p:nvSpPr>
          <p:cNvPr id="13" name="Freeform 16">
            <a:extLst>
              <a:ext uri="{FF2B5EF4-FFF2-40B4-BE49-F238E27FC236}">
                <a16:creationId xmlns:a16="http://schemas.microsoft.com/office/drawing/2014/main" id="{3E84AB2C-372D-4351-5172-09F9FFBB7AF4}"/>
              </a:ext>
            </a:extLst>
          </p:cNvPr>
          <p:cNvSpPr/>
          <p:nvPr userDrawn="1"/>
        </p:nvSpPr>
        <p:spPr>
          <a:xfrm>
            <a:off x="15588282" y="2136718"/>
            <a:ext cx="3451120" cy="7065487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en-US" sz="2923" dirty="0">
              <a:latin typeface="Tinkoff Sans" panose="02000506050000020004" pitchFamily="2" charset="0"/>
            </a:endParaRPr>
          </a:p>
        </p:txBody>
      </p:sp>
      <p:sp>
        <p:nvSpPr>
          <p:cNvPr id="14" name="Рисунок 8">
            <a:extLst>
              <a:ext uri="{FF2B5EF4-FFF2-40B4-BE49-F238E27FC236}">
                <a16:creationId xmlns:a16="http://schemas.microsoft.com/office/drawing/2014/main" id="{74B8F810-A681-B94B-F40B-C6351E3E0F77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5808909" y="2351003"/>
            <a:ext cx="3009867" cy="6636916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kumimoji="0" lang="ru-RU" sz="2400" normalizeH="0">
                <a:ln>
                  <a:noFill/>
                </a:ln>
                <a:solidFill>
                  <a:schemeClr val="accent6"/>
                </a:solidFill>
                <a:effectLst/>
              </a:defRPr>
            </a:lvl1pPr>
          </a:lstStyle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endParaRPr lang="ru-RU" dirty="0"/>
          </a:p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endParaRPr lang="ru-RU" dirty="0"/>
          </a:p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endParaRPr lang="ru-RU" dirty="0"/>
          </a:p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endParaRPr lang="ru-RU" dirty="0"/>
          </a:p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r>
              <a:rPr lang="ru-RU" dirty="0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4246020045"/>
      </p:ext>
    </p:extLst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36_ТС заголовок в 1 строку c картинк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80446" y="1374664"/>
            <a:ext cx="6449773" cy="1675374"/>
          </a:xfrm>
          <a:prstGeom prst="rect">
            <a:avLst/>
          </a:prstGeom>
        </p:spPr>
        <p:txBody>
          <a:bodyPr>
            <a:normAutofit/>
          </a:bodyPr>
          <a:lstStyle>
            <a:lvl1pPr marL="0" indent="12513" defTabSz="449939">
              <a:lnSpc>
                <a:spcPct val="100000"/>
              </a:lnSpc>
              <a:spcBef>
                <a:spcPts val="97"/>
              </a:spcBef>
              <a:buSzTx/>
              <a:buFontTx/>
              <a:buNone/>
              <a:defRPr sz="4922"/>
            </a:lvl1pPr>
            <a:lvl2pPr marL="1218961" indent="-476155" defTabSz="449939">
              <a:lnSpc>
                <a:spcPct val="100000"/>
              </a:lnSpc>
              <a:spcBef>
                <a:spcPts val="97"/>
              </a:spcBef>
              <a:buFontTx/>
              <a:defRPr sz="4922"/>
            </a:lvl2pPr>
            <a:lvl3pPr marL="2048341" indent="-562731" defTabSz="449939">
              <a:lnSpc>
                <a:spcPct val="100000"/>
              </a:lnSpc>
              <a:spcBef>
                <a:spcPts val="97"/>
              </a:spcBef>
              <a:buFontTx/>
              <a:defRPr sz="4922"/>
            </a:lvl3pPr>
            <a:lvl4pPr marL="2868764" indent="-640348" defTabSz="449939">
              <a:lnSpc>
                <a:spcPct val="100000"/>
              </a:lnSpc>
              <a:spcBef>
                <a:spcPts val="97"/>
              </a:spcBef>
              <a:buFontTx/>
              <a:defRPr sz="4922"/>
            </a:lvl4pPr>
            <a:lvl5pPr marL="3611568" indent="-640348" defTabSz="449939">
              <a:lnSpc>
                <a:spcPct val="100000"/>
              </a:lnSpc>
              <a:spcBef>
                <a:spcPts val="97"/>
              </a:spcBef>
              <a:buFontTx/>
              <a:defRPr sz="4922"/>
            </a:lvl5pPr>
          </a:lstStyle>
          <a:p>
            <a:r>
              <a:t>Заголовок слайда вашей презентации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5A59BAAE-503F-636C-D1D4-89E57770C79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 pitchFamily="2" charset="2"/>
              <a:buNone/>
              <a:defRPr sz="1600"/>
            </a:lvl1pPr>
          </a:lstStyle>
          <a:p>
            <a:fld id="{9A07687F-D30E-1A4C-A0AB-5DD07EB6EB4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10934803"/>
      </p:ext>
    </p:extLst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32_ТС заголовок в 1 строку c картинк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object 2"/>
          <p:cNvSpPr/>
          <p:nvPr/>
        </p:nvSpPr>
        <p:spPr>
          <a:xfrm>
            <a:off x="7555985" y="1"/>
            <a:ext cx="12253488" cy="11165978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44997" rIns="44997"/>
          <a:lstStyle/>
          <a:p>
            <a:endParaRPr sz="806" dirty="0"/>
          </a:p>
        </p:txBody>
      </p:sp>
      <p:sp>
        <p:nvSpPr>
          <p:cNvPr id="64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80446" y="1374664"/>
            <a:ext cx="6449773" cy="1675374"/>
          </a:xfrm>
          <a:prstGeom prst="rect">
            <a:avLst/>
          </a:prstGeom>
        </p:spPr>
        <p:txBody>
          <a:bodyPr>
            <a:normAutofit/>
          </a:bodyPr>
          <a:lstStyle>
            <a:lvl1pPr marL="0" indent="12513" defTabSz="449939">
              <a:lnSpc>
                <a:spcPct val="100000"/>
              </a:lnSpc>
              <a:spcBef>
                <a:spcPts val="97"/>
              </a:spcBef>
              <a:buSzTx/>
              <a:buFontTx/>
              <a:buNone/>
              <a:defRPr sz="4922"/>
            </a:lvl1pPr>
            <a:lvl2pPr marL="1218961" indent="-476155" defTabSz="449939">
              <a:lnSpc>
                <a:spcPct val="100000"/>
              </a:lnSpc>
              <a:spcBef>
                <a:spcPts val="97"/>
              </a:spcBef>
              <a:buFontTx/>
              <a:defRPr sz="4922"/>
            </a:lvl2pPr>
            <a:lvl3pPr marL="2048341" indent="-562731" defTabSz="449939">
              <a:lnSpc>
                <a:spcPct val="100000"/>
              </a:lnSpc>
              <a:spcBef>
                <a:spcPts val="97"/>
              </a:spcBef>
              <a:buFontTx/>
              <a:defRPr sz="4922"/>
            </a:lvl3pPr>
            <a:lvl4pPr marL="2868764" indent="-640348" defTabSz="449939">
              <a:lnSpc>
                <a:spcPct val="100000"/>
              </a:lnSpc>
              <a:spcBef>
                <a:spcPts val="97"/>
              </a:spcBef>
              <a:buFontTx/>
              <a:defRPr sz="4922"/>
            </a:lvl4pPr>
            <a:lvl5pPr marL="3611568" indent="-640348" defTabSz="449939">
              <a:lnSpc>
                <a:spcPct val="100000"/>
              </a:lnSpc>
              <a:spcBef>
                <a:spcPts val="97"/>
              </a:spcBef>
              <a:buFontTx/>
              <a:defRPr sz="4922"/>
            </a:lvl5pPr>
          </a:lstStyle>
          <a:p>
            <a:r>
              <a:t>Заголовок слайда вашей презентации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0CD8ABAC-5583-3BA9-0E9F-37251C23D97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 pitchFamily="2" charset="2"/>
              <a:buNone/>
              <a:defRPr sz="1600"/>
            </a:lvl1pPr>
          </a:lstStyle>
          <a:p>
            <a:fld id="{9A07687F-D30E-1A4C-A0AB-5DD07EB6EB4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60989891"/>
      </p:ext>
    </p:extLst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91841" y="4020460"/>
            <a:ext cx="18215621" cy="1010603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00853" y="5377809"/>
            <a:ext cx="13859510" cy="41348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D1FF158A-7454-495D-9C21-F46587E7F9F6}"/>
              </a:ext>
            </a:extLst>
          </p:cNvPr>
          <p:cNvSpPr txBox="1">
            <a:spLocks noGrp="1"/>
          </p:cNvSpPr>
          <p:nvPr>
            <p:ph type="sldNum" sz="quarter" idx="10"/>
          </p:nvPr>
        </p:nvSpPr>
        <p:spPr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 pitchFamily="2" charset="2"/>
              <a:buNone/>
              <a:defRPr sz="1600"/>
            </a:lvl1pPr>
          </a:lstStyle>
          <a:p>
            <a:fld id="{9A07687F-D30E-1A4C-A0AB-5DD07EB6EB4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9495987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ТС заголовок в 1 строку c картинк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867938" y="3478927"/>
            <a:ext cx="8512200" cy="189500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defTabSz="449939">
              <a:lnSpc>
                <a:spcPct val="100000"/>
              </a:lnSpc>
              <a:spcBef>
                <a:spcPts val="97"/>
              </a:spcBef>
              <a:buSzTx/>
              <a:buFont typeface="Wingdings" pitchFamily="2" charset="2"/>
              <a:buNone/>
              <a:defRPr/>
            </a:lvl1pPr>
            <a:lvl2pPr marL="742806" indent="0" defTabSz="449939">
              <a:lnSpc>
                <a:spcPct val="100000"/>
              </a:lnSpc>
              <a:spcBef>
                <a:spcPts val="97"/>
              </a:spcBef>
              <a:buFontTx/>
              <a:buNone/>
              <a:defRPr/>
            </a:lvl2pPr>
            <a:lvl3pPr marL="1485609" indent="0" defTabSz="449939">
              <a:lnSpc>
                <a:spcPct val="100000"/>
              </a:lnSpc>
              <a:spcBef>
                <a:spcPts val="97"/>
              </a:spcBef>
              <a:buFontTx/>
              <a:buNone/>
              <a:defRPr/>
            </a:lvl3pPr>
            <a:lvl4pPr defTabSz="449939">
              <a:lnSpc>
                <a:spcPct val="100000"/>
              </a:lnSpc>
              <a:spcBef>
                <a:spcPts val="97"/>
              </a:spcBef>
              <a:buFontTx/>
            </a:lvl4pPr>
            <a:lvl5pPr defTabSz="449939">
              <a:lnSpc>
                <a:spcPct val="100000"/>
              </a:lnSpc>
              <a:spcBef>
                <a:spcPts val="97"/>
              </a:spcBef>
              <a:buFontTx/>
            </a:lvl5pPr>
          </a:lstStyle>
          <a:p>
            <a:r>
              <a:rPr dirty="0" err="1"/>
              <a:t>Заголовок</a:t>
            </a:r>
            <a:r>
              <a:rPr dirty="0"/>
              <a:t> </a:t>
            </a:r>
            <a:r>
              <a:rPr dirty="0" err="1"/>
              <a:t>слайда</a:t>
            </a:r>
            <a:r>
              <a:rPr dirty="0"/>
              <a:t>  </a:t>
            </a:r>
            <a:r>
              <a:rPr dirty="0" err="1"/>
              <a:t>вашей</a:t>
            </a:r>
            <a:r>
              <a:rPr dirty="0"/>
              <a:t> </a:t>
            </a:r>
            <a:r>
              <a:rPr dirty="0" err="1"/>
              <a:t>презентации</a:t>
            </a:r>
            <a:endParaRPr dirty="0"/>
          </a:p>
        </p:txBody>
      </p:sp>
      <p:sp>
        <p:nvSpPr>
          <p:cNvPr id="96" name="Рисунок 6"/>
          <p:cNvSpPr>
            <a:spLocks noGrp="1"/>
          </p:cNvSpPr>
          <p:nvPr>
            <p:ph type="pic" sz="half" idx="23"/>
          </p:nvPr>
        </p:nvSpPr>
        <p:spPr>
          <a:xfrm>
            <a:off x="10012250" y="-13722"/>
            <a:ext cx="6978355" cy="9932044"/>
          </a:xfrm>
          <a:prstGeom prst="rect">
            <a:avLst/>
          </a:prstGeom>
        </p:spPr>
        <p:txBody>
          <a:bodyPr lIns="91439" rIns="91439"/>
          <a:lstStyle>
            <a:lvl1pPr marL="0" indent="0">
              <a:buNone/>
              <a:defRPr/>
            </a:lvl1pPr>
          </a:lstStyle>
          <a:p>
            <a:endParaRPr dirty="0"/>
          </a:p>
        </p:txBody>
      </p:sp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EF9D6109-D4B5-CF31-E3BC-50D39DECFAF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 pitchFamily="2" charset="2"/>
              <a:buNone/>
              <a:defRPr sz="1600"/>
            </a:lvl1pPr>
          </a:lstStyle>
          <a:p>
            <a:fld id="{9A07687F-D30E-1A4C-A0AB-5DD07EB6EB4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05067083"/>
      </p:ext>
    </p:extLst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С заголовок в 4 стро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bject 3">
            <a:extLst>
              <a:ext uri="{FF2B5EF4-FFF2-40B4-BE49-F238E27FC236}">
                <a16:creationId xmlns:a16="http://schemas.microsoft.com/office/drawing/2014/main" id="{B9D98041-F04C-AD4D-9D86-5350C7636917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solidFill>
            <a:srgbClr val="FFDD2D"/>
          </a:solidFill>
          <a:ln w="12700">
            <a:miter lim="400000"/>
          </a:ln>
        </p:spPr>
        <p:txBody>
          <a:bodyPr lIns="44997" rIns="44997"/>
          <a:lstStyle/>
          <a:p>
            <a:endParaRPr sz="806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AAD63D9-72CC-414C-8513-FEC94A66592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6007423" y="10027798"/>
            <a:ext cx="3092077" cy="425863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marR="0" indent="0" algn="r" defTabSz="1485609" rtl="0" eaLnBrk="1" fontAlgn="auto" latinLnBrk="0" hangingPunct="1">
              <a:lnSpc>
                <a:spcPct val="100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 sz="2000" spc="0"/>
            </a:lvl1pPr>
          </a:lstStyle>
          <a:p>
            <a:pPr lvl="0"/>
            <a:r>
              <a:rPr lang="ru-RU" dirty="0"/>
              <a:t>01.01.2024</a:t>
            </a:r>
          </a:p>
        </p:txBody>
      </p:sp>
      <p:sp>
        <p:nvSpPr>
          <p:cNvPr id="17" name="Текст 6">
            <a:extLst>
              <a:ext uri="{FF2B5EF4-FFF2-40B4-BE49-F238E27FC236}">
                <a16:creationId xmlns:a16="http://schemas.microsoft.com/office/drawing/2014/main" id="{F920E21F-7837-BF45-A411-A34ACF14449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12491" y="10031915"/>
            <a:ext cx="3065519" cy="421746"/>
          </a:xfrm>
          <a:prstGeom prst="rect">
            <a:avLst/>
          </a:prstGeom>
        </p:spPr>
        <p:txBody>
          <a:bodyPr lIns="0" anchor="b">
            <a:noAutofit/>
          </a:bodyPr>
          <a:lstStyle>
            <a:lvl1pPr marL="12498" marR="0" indent="0" algn="l" defTabSz="449939" rtl="0" eaLnBrk="1" fontAlgn="auto" latinLnBrk="0" hangingPunct="0">
              <a:lnSpc>
                <a:spcPct val="100000"/>
              </a:lnSpc>
              <a:spcBef>
                <a:spcPts val="123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spc="0"/>
            </a:lvl1pPr>
          </a:lstStyle>
          <a:p>
            <a:pPr marL="12498" marR="0" lvl="0" indent="0" algn="l" defTabSz="449939" rtl="0" eaLnBrk="1" fontAlgn="auto" latinLnBrk="0" hangingPunct="0">
              <a:lnSpc>
                <a:spcPct val="100000"/>
              </a:lnSpc>
              <a:spcBef>
                <a:spcPts val="12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116" b="0" i="0" u="none" strike="noStrike" kern="0" cap="none" spc="84" normalizeH="0" baseline="0" noProof="0" dirty="0">
                <a:ln>
                  <a:noFill/>
                </a:ln>
                <a:solidFill>
                  <a:srgbClr val="1A1919"/>
                </a:solidFill>
                <a:effectLst/>
                <a:uLnTx/>
                <a:uFillTx/>
                <a:latin typeface="Tinkoff Sans"/>
                <a:cs typeface="Tinkoff Sans"/>
                <a:sym typeface="Tinkoff Sans"/>
              </a:rPr>
              <a:t>Автор</a:t>
            </a:r>
            <a:r>
              <a:rPr kumimoji="0" lang="ru-RU" sz="2116" b="0" i="0" u="none" strike="noStrike" kern="0" cap="none" spc="158" normalizeH="0" baseline="0" noProof="0" dirty="0">
                <a:ln>
                  <a:noFill/>
                </a:ln>
                <a:solidFill>
                  <a:srgbClr val="1A1919"/>
                </a:solidFill>
                <a:effectLst/>
                <a:uLnTx/>
                <a:uFillTx/>
                <a:latin typeface="Tinkoff Sans"/>
                <a:cs typeface="Tinkoff Sans"/>
                <a:sym typeface="Tinkoff Sans"/>
              </a:rPr>
              <a:t> </a:t>
            </a:r>
            <a:r>
              <a:rPr kumimoji="0" lang="ru-RU" sz="2116" b="0" i="0" u="none" strike="noStrike" kern="0" cap="none" spc="104" normalizeH="0" baseline="0" noProof="0" dirty="0">
                <a:ln>
                  <a:noFill/>
                </a:ln>
                <a:solidFill>
                  <a:srgbClr val="1A1919"/>
                </a:solidFill>
                <a:effectLst/>
                <a:uLnTx/>
                <a:uFillTx/>
                <a:latin typeface="Tinkoff Sans"/>
                <a:cs typeface="Tinkoff Sans"/>
                <a:sym typeface="Tinkoff Sans"/>
              </a:rPr>
              <a:t>презентации</a:t>
            </a:r>
            <a:endParaRPr kumimoji="0" lang="ru-RU" sz="2116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nkoff Sans"/>
              <a:cs typeface="Tinkoff Sans"/>
              <a:sym typeface="Tinkoff Sans"/>
            </a:endParaRPr>
          </a:p>
        </p:txBody>
      </p:sp>
      <p:sp>
        <p:nvSpPr>
          <p:cNvPr id="16" name="Текст 11">
            <a:extLst>
              <a:ext uri="{FF2B5EF4-FFF2-40B4-BE49-F238E27FC236}">
                <a16:creationId xmlns:a16="http://schemas.microsoft.com/office/drawing/2014/main" id="{00C10E39-A010-D24C-8F69-F5D1B7344A8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12491" y="6298655"/>
            <a:ext cx="11134605" cy="686421"/>
          </a:xfrm>
          <a:prstGeom prst="rect">
            <a:avLst/>
          </a:prstGeom>
        </p:spPr>
        <p:txBody>
          <a:bodyPr lIns="0">
            <a:noAutofit/>
          </a:bodyPr>
          <a:lstStyle>
            <a:lvl1pPr marL="12498" marR="0" indent="0" algn="l" defTabSz="449939" rtl="0" eaLnBrk="1" fontAlgn="auto" latinLnBrk="0" hangingPunct="0">
              <a:lnSpc>
                <a:spcPts val="3937"/>
              </a:lnSpc>
              <a:spcBef>
                <a:spcPts val="109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51">
                <a:solidFill>
                  <a:srgbClr val="282828"/>
                </a:solidFill>
              </a:defRPr>
            </a:lvl1pPr>
          </a:lstStyle>
          <a:p>
            <a:pPr marL="12498" marR="0" lvl="0" indent="0" algn="l" defTabSz="449939" rtl="0" eaLnBrk="1" fontAlgn="auto" latinLnBrk="0" hangingPunct="0">
              <a:lnSpc>
                <a:spcPct val="100000"/>
              </a:lnSpc>
              <a:spcBef>
                <a:spcPts val="10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98" b="0" i="0" u="none" strike="noStrike" kern="0" cap="none" spc="50" normalizeH="0" baseline="0" noProof="0" dirty="0">
                <a:ln>
                  <a:noFill/>
                </a:ln>
                <a:solidFill>
                  <a:srgbClr val="1A1919"/>
                </a:solidFill>
                <a:effectLst/>
                <a:uLnTx/>
                <a:uFillTx/>
                <a:latin typeface="Tinkoff Sans"/>
                <a:cs typeface="Tinkoff Sans"/>
                <a:sym typeface="Tinkoff Sans"/>
              </a:rPr>
              <a:t>Место</a:t>
            </a:r>
            <a:r>
              <a:rPr kumimoji="0" lang="ru-RU" sz="3298" b="0" i="0" u="none" strike="noStrike" kern="0" cap="none" spc="112" normalizeH="0" baseline="0" noProof="0" dirty="0">
                <a:ln>
                  <a:noFill/>
                </a:ln>
                <a:solidFill>
                  <a:srgbClr val="1A1919"/>
                </a:solidFill>
                <a:effectLst/>
                <a:uLnTx/>
                <a:uFillTx/>
                <a:latin typeface="Tinkoff Sans"/>
                <a:cs typeface="Tinkoff Sans"/>
                <a:sym typeface="Tinkoff Sans"/>
              </a:rPr>
              <a:t> </a:t>
            </a:r>
            <a:r>
              <a:rPr kumimoji="0" lang="ru-RU" sz="3298" b="0" i="0" u="none" strike="noStrike" kern="0" cap="none" spc="39" normalizeH="0" baseline="0" noProof="0" dirty="0">
                <a:ln>
                  <a:noFill/>
                </a:ln>
                <a:solidFill>
                  <a:srgbClr val="1A1919"/>
                </a:solidFill>
                <a:effectLst/>
                <a:uLnTx/>
                <a:uFillTx/>
                <a:latin typeface="Tinkoff Sans"/>
                <a:cs typeface="Tinkoff Sans"/>
                <a:sym typeface="Tinkoff Sans"/>
              </a:rPr>
              <a:t>для</a:t>
            </a:r>
            <a:r>
              <a:rPr kumimoji="0" lang="ru-RU" sz="3298" b="0" i="0" u="none" strike="noStrike" kern="0" cap="none" spc="119" normalizeH="0" baseline="0" noProof="0" dirty="0">
                <a:ln>
                  <a:noFill/>
                </a:ln>
                <a:solidFill>
                  <a:srgbClr val="1A1919"/>
                </a:solidFill>
                <a:effectLst/>
                <a:uLnTx/>
                <a:uFillTx/>
                <a:latin typeface="Tinkoff Sans"/>
                <a:cs typeface="Tinkoff Sans"/>
                <a:sym typeface="Tinkoff Sans"/>
              </a:rPr>
              <a:t> </a:t>
            </a:r>
            <a:r>
              <a:rPr kumimoji="0" lang="ru-RU" sz="3298" b="0" i="0" u="none" strike="noStrike" kern="0" cap="none" spc="54" normalizeH="0" baseline="0" noProof="0" dirty="0">
                <a:ln>
                  <a:noFill/>
                </a:ln>
                <a:solidFill>
                  <a:srgbClr val="1A1919"/>
                </a:solidFill>
                <a:effectLst/>
                <a:uLnTx/>
                <a:uFillTx/>
                <a:latin typeface="Tinkoff Sans"/>
                <a:cs typeface="Tinkoff Sans"/>
                <a:sym typeface="Tinkoff Sans"/>
              </a:rPr>
              <a:t>дополнительного</a:t>
            </a:r>
            <a:r>
              <a:rPr kumimoji="0" lang="ru-RU" sz="3298" b="0" i="0" u="none" strike="noStrike" kern="0" cap="none" spc="119" normalizeH="0" baseline="0" noProof="0" dirty="0">
                <a:ln>
                  <a:noFill/>
                </a:ln>
                <a:solidFill>
                  <a:srgbClr val="1A1919"/>
                </a:solidFill>
                <a:effectLst/>
                <a:uLnTx/>
                <a:uFillTx/>
                <a:latin typeface="Tinkoff Sans"/>
                <a:cs typeface="Tinkoff Sans"/>
                <a:sym typeface="Tinkoff Sans"/>
              </a:rPr>
              <a:t> </a:t>
            </a:r>
            <a:r>
              <a:rPr kumimoji="0" lang="ru-RU" sz="3298" b="0" i="0" u="none" strike="noStrike" kern="0" cap="none" spc="50" normalizeH="0" baseline="0" noProof="0" dirty="0">
                <a:ln>
                  <a:noFill/>
                </a:ln>
                <a:solidFill>
                  <a:srgbClr val="1A1919"/>
                </a:solidFill>
                <a:effectLst/>
                <a:uLnTx/>
                <a:uFillTx/>
                <a:latin typeface="Tinkoff Sans"/>
                <a:cs typeface="Tinkoff Sans"/>
                <a:sym typeface="Tinkoff Sans"/>
              </a:rPr>
              <a:t>текста</a:t>
            </a:r>
            <a:r>
              <a:rPr kumimoji="0" lang="ru-RU" sz="3298" b="0" i="0" u="none" strike="noStrike" kern="0" cap="none" spc="119" normalizeH="0" baseline="0" noProof="0" dirty="0">
                <a:ln>
                  <a:noFill/>
                </a:ln>
                <a:solidFill>
                  <a:srgbClr val="1A1919"/>
                </a:solidFill>
                <a:effectLst/>
                <a:uLnTx/>
                <a:uFillTx/>
                <a:latin typeface="Tinkoff Sans"/>
                <a:cs typeface="Tinkoff Sans"/>
                <a:sym typeface="Tinkoff Sans"/>
              </a:rPr>
              <a:t> </a:t>
            </a:r>
            <a:r>
              <a:rPr kumimoji="0" lang="ru-RU" sz="3298" b="0" i="0" u="none" strike="noStrike" kern="0" cap="none" spc="50" normalizeH="0" baseline="0" noProof="0" dirty="0">
                <a:ln>
                  <a:noFill/>
                </a:ln>
                <a:solidFill>
                  <a:srgbClr val="1A1919"/>
                </a:solidFill>
                <a:effectLst/>
                <a:uLnTx/>
                <a:uFillTx/>
                <a:latin typeface="Tinkoff Sans"/>
                <a:cs typeface="Tinkoff Sans"/>
                <a:sym typeface="Tinkoff Sans"/>
              </a:rPr>
              <a:t>вашей</a:t>
            </a:r>
            <a:r>
              <a:rPr kumimoji="0" lang="ru-RU" sz="3298" b="0" i="0" u="none" strike="noStrike" kern="0" cap="none" spc="119" normalizeH="0" baseline="0" noProof="0" dirty="0">
                <a:ln>
                  <a:noFill/>
                </a:ln>
                <a:solidFill>
                  <a:srgbClr val="1A1919"/>
                </a:solidFill>
                <a:effectLst/>
                <a:uLnTx/>
                <a:uFillTx/>
                <a:latin typeface="Tinkoff Sans"/>
                <a:cs typeface="Tinkoff Sans"/>
                <a:sym typeface="Tinkoff Sans"/>
              </a:rPr>
              <a:t> </a:t>
            </a:r>
            <a:r>
              <a:rPr kumimoji="0" lang="ru-RU" sz="3298" b="0" i="0" u="none" strike="noStrike" kern="0" cap="none" spc="58" normalizeH="0" baseline="0" noProof="0" dirty="0">
                <a:ln>
                  <a:noFill/>
                </a:ln>
                <a:solidFill>
                  <a:srgbClr val="1A1919"/>
                </a:solidFill>
                <a:effectLst/>
                <a:uLnTx/>
                <a:uFillTx/>
                <a:latin typeface="Tinkoff Sans"/>
                <a:cs typeface="Tinkoff Sans"/>
                <a:sym typeface="Tinkoff Sans"/>
              </a:rPr>
              <a:t>презентации</a:t>
            </a:r>
            <a:endParaRPr kumimoji="0" lang="ru-RU" sz="3298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nkoff Sans"/>
              <a:cs typeface="Tinkoff Sans"/>
              <a:sym typeface="Tinkoff Sans"/>
            </a:endParaRPr>
          </a:p>
        </p:txBody>
      </p:sp>
      <p:sp>
        <p:nvSpPr>
          <p:cNvPr id="15" name="Текст 12">
            <a:extLst>
              <a:ext uri="{FF2B5EF4-FFF2-40B4-BE49-F238E27FC236}">
                <a16:creationId xmlns:a16="http://schemas.microsoft.com/office/drawing/2014/main" id="{9C6A0592-1DA6-C945-8964-3F4C0640AD3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12491" y="4642973"/>
            <a:ext cx="16949403" cy="1119597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 marL="12498" marR="0" indent="0" algn="l" defTabSz="449939" rtl="0" eaLnBrk="1" fontAlgn="auto" latinLnBrk="0" hangingPunct="0">
              <a:lnSpc>
                <a:spcPts val="9447"/>
              </a:lnSpc>
              <a:spcBef>
                <a:spcPts val="104"/>
              </a:spcBef>
              <a:spcAft>
                <a:spcPts val="0"/>
              </a:spcAft>
              <a:buClrTx/>
              <a:buSzTx/>
              <a:buFontTx/>
              <a:buNone/>
              <a:tabLst/>
              <a:defRPr sz="5905" b="1" i="0">
                <a:latin typeface="Tinkoff Sans" panose="02000506050000020004" pitchFamily="2" charset="0"/>
                <a:ea typeface="Tinkoff Sans" panose="02000506050000020004" pitchFamily="2" charset="0"/>
              </a:defRPr>
            </a:lvl1pPr>
          </a:lstStyle>
          <a:p>
            <a:pPr marL="12498" marR="0" lvl="0" indent="0" algn="l" defTabSz="449939" rtl="0" eaLnBrk="1" fontAlgn="auto" latinLnBrk="0" hangingPunct="0">
              <a:lnSpc>
                <a:spcPct val="100000"/>
              </a:lnSpc>
              <a:spcBef>
                <a:spcPts val="10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758" b="0" i="0" u="none" strike="noStrike" kern="0" cap="none" spc="0" normalizeH="0" baseline="0" noProof="0" dirty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Tinkoff Sans"/>
                <a:cs typeface="Tinkoff Sans"/>
                <a:sym typeface="Tinkoff Sans"/>
              </a:rPr>
              <a:t>Заголовок</a:t>
            </a:r>
            <a:r>
              <a:rPr kumimoji="0" lang="ru-RU" sz="8758" b="0" i="0" u="none" strike="noStrike" kern="0" cap="none" spc="-24" normalizeH="0" baseline="0" noProof="0" dirty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Tinkoff Sans"/>
                <a:cs typeface="Tinkoff Sans"/>
                <a:sym typeface="Tinkoff Sans"/>
              </a:rPr>
              <a:t> </a:t>
            </a:r>
            <a:r>
              <a:rPr kumimoji="0" lang="ru-RU" sz="8758" b="0" i="0" u="none" strike="noStrike" kern="0" cap="none" spc="0" normalizeH="0" baseline="0" noProof="0" dirty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Tinkoff Sans"/>
                <a:cs typeface="Tinkoff Sans"/>
                <a:sym typeface="Tinkoff Sans"/>
              </a:rPr>
              <a:t>вашей</a:t>
            </a:r>
            <a:r>
              <a:rPr kumimoji="0" lang="ru-RU" sz="8758" b="0" i="0" u="none" strike="noStrike" kern="0" cap="none" spc="-19" normalizeH="0" baseline="0" noProof="0" dirty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Tinkoff Sans"/>
                <a:cs typeface="Tinkoff Sans"/>
                <a:sym typeface="Tinkoff Sans"/>
              </a:rPr>
              <a:t> </a:t>
            </a:r>
            <a:r>
              <a:rPr kumimoji="0" lang="ru-RU" sz="8758" b="0" i="0" u="none" strike="noStrike" kern="0" cap="none" spc="0" normalizeH="0" baseline="0" noProof="0" dirty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Tinkoff Sans"/>
                <a:cs typeface="Tinkoff Sans"/>
                <a:sym typeface="Tinkoff Sans"/>
              </a:rPr>
              <a:t>презентации</a:t>
            </a:r>
            <a:endParaRPr kumimoji="0" lang="ru-RU" sz="8758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nkoff Sans"/>
              <a:cs typeface="Tinkoff Sans"/>
              <a:sym typeface="Tinkoff Sans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E34B313-4500-52E7-39B4-1BF9C0A64A4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996" y="351064"/>
            <a:ext cx="3888000" cy="152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3237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С заголовок в 4 стро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2">
            <a:extLst>
              <a:ext uri="{FF2B5EF4-FFF2-40B4-BE49-F238E27FC236}">
                <a16:creationId xmlns:a16="http://schemas.microsoft.com/office/drawing/2014/main" id="{32C52016-2FCD-DC51-371F-5F24F238138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6007423" y="10027798"/>
            <a:ext cx="3092077" cy="425863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marR="0" indent="0" algn="r" defTabSz="1485609" rtl="0" eaLnBrk="1" fontAlgn="auto" latinLnBrk="0" hangingPunct="1">
              <a:lnSpc>
                <a:spcPct val="100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 sz="2000" spc="0"/>
            </a:lvl1pPr>
          </a:lstStyle>
          <a:p>
            <a:pPr lvl="0"/>
            <a:r>
              <a:rPr lang="ru-RU" dirty="0"/>
              <a:t>01.01.2024</a:t>
            </a:r>
          </a:p>
        </p:txBody>
      </p:sp>
      <p:sp>
        <p:nvSpPr>
          <p:cNvPr id="6" name="Текст 6">
            <a:extLst>
              <a:ext uri="{FF2B5EF4-FFF2-40B4-BE49-F238E27FC236}">
                <a16:creationId xmlns:a16="http://schemas.microsoft.com/office/drawing/2014/main" id="{6D5C0269-6787-5153-8D07-2A0E1BE199A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12491" y="10031915"/>
            <a:ext cx="3065519" cy="421746"/>
          </a:xfrm>
          <a:prstGeom prst="rect">
            <a:avLst/>
          </a:prstGeom>
        </p:spPr>
        <p:txBody>
          <a:bodyPr lIns="0" anchor="b">
            <a:noAutofit/>
          </a:bodyPr>
          <a:lstStyle>
            <a:lvl1pPr marL="12498" marR="0" indent="0" algn="l" defTabSz="449939" rtl="0" eaLnBrk="1" fontAlgn="auto" latinLnBrk="0" hangingPunct="0">
              <a:lnSpc>
                <a:spcPct val="100000"/>
              </a:lnSpc>
              <a:spcBef>
                <a:spcPts val="123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spc="0"/>
            </a:lvl1pPr>
          </a:lstStyle>
          <a:p>
            <a:pPr marL="12498" marR="0" lvl="0" indent="0" algn="l" defTabSz="449939" rtl="0" eaLnBrk="1" fontAlgn="auto" latinLnBrk="0" hangingPunct="0">
              <a:lnSpc>
                <a:spcPct val="100000"/>
              </a:lnSpc>
              <a:spcBef>
                <a:spcPts val="12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116" b="0" i="0" u="none" strike="noStrike" kern="0" cap="none" spc="84" normalizeH="0" baseline="0" noProof="0" dirty="0">
                <a:ln>
                  <a:noFill/>
                </a:ln>
                <a:solidFill>
                  <a:srgbClr val="1A1919"/>
                </a:solidFill>
                <a:effectLst/>
                <a:uLnTx/>
                <a:uFillTx/>
                <a:latin typeface="Tinkoff Sans"/>
                <a:cs typeface="Tinkoff Sans"/>
                <a:sym typeface="Tinkoff Sans"/>
              </a:rPr>
              <a:t>Автор</a:t>
            </a:r>
            <a:r>
              <a:rPr kumimoji="0" lang="ru-RU" sz="2116" b="0" i="0" u="none" strike="noStrike" kern="0" cap="none" spc="158" normalizeH="0" baseline="0" noProof="0" dirty="0">
                <a:ln>
                  <a:noFill/>
                </a:ln>
                <a:solidFill>
                  <a:srgbClr val="1A1919"/>
                </a:solidFill>
                <a:effectLst/>
                <a:uLnTx/>
                <a:uFillTx/>
                <a:latin typeface="Tinkoff Sans"/>
                <a:cs typeface="Tinkoff Sans"/>
                <a:sym typeface="Tinkoff Sans"/>
              </a:rPr>
              <a:t> </a:t>
            </a:r>
            <a:r>
              <a:rPr kumimoji="0" lang="ru-RU" sz="2116" b="0" i="0" u="none" strike="noStrike" kern="0" cap="none" spc="104" normalizeH="0" baseline="0" noProof="0" dirty="0">
                <a:ln>
                  <a:noFill/>
                </a:ln>
                <a:solidFill>
                  <a:srgbClr val="1A1919"/>
                </a:solidFill>
                <a:effectLst/>
                <a:uLnTx/>
                <a:uFillTx/>
                <a:latin typeface="Tinkoff Sans"/>
                <a:cs typeface="Tinkoff Sans"/>
                <a:sym typeface="Tinkoff Sans"/>
              </a:rPr>
              <a:t>презентации</a:t>
            </a:r>
            <a:endParaRPr kumimoji="0" lang="ru-RU" sz="2116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nkoff Sans"/>
              <a:cs typeface="Tinkoff Sans"/>
              <a:sym typeface="Tinkoff Sans"/>
            </a:endParaRPr>
          </a:p>
        </p:txBody>
      </p:sp>
      <p:sp>
        <p:nvSpPr>
          <p:cNvPr id="7" name="Текст 11">
            <a:extLst>
              <a:ext uri="{FF2B5EF4-FFF2-40B4-BE49-F238E27FC236}">
                <a16:creationId xmlns:a16="http://schemas.microsoft.com/office/drawing/2014/main" id="{81AB60AE-97F3-0612-173B-22103BC6C4F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12491" y="6298655"/>
            <a:ext cx="11134605" cy="686421"/>
          </a:xfrm>
          <a:prstGeom prst="rect">
            <a:avLst/>
          </a:prstGeom>
        </p:spPr>
        <p:txBody>
          <a:bodyPr lIns="0">
            <a:noAutofit/>
          </a:bodyPr>
          <a:lstStyle>
            <a:lvl1pPr marL="12498" marR="0" indent="0" algn="l" defTabSz="449939" rtl="0" eaLnBrk="1" fontAlgn="auto" latinLnBrk="0" hangingPunct="0">
              <a:lnSpc>
                <a:spcPts val="3937"/>
              </a:lnSpc>
              <a:spcBef>
                <a:spcPts val="109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51">
                <a:solidFill>
                  <a:srgbClr val="282828"/>
                </a:solidFill>
              </a:defRPr>
            </a:lvl1pPr>
          </a:lstStyle>
          <a:p>
            <a:pPr marL="12498" marR="0" lvl="0" indent="0" algn="l" defTabSz="449939" rtl="0" eaLnBrk="1" fontAlgn="auto" latinLnBrk="0" hangingPunct="0">
              <a:lnSpc>
                <a:spcPct val="100000"/>
              </a:lnSpc>
              <a:spcBef>
                <a:spcPts val="10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98" b="0" i="0" u="none" strike="noStrike" kern="0" cap="none" spc="50" normalizeH="0" baseline="0" noProof="0" dirty="0">
                <a:ln>
                  <a:noFill/>
                </a:ln>
                <a:solidFill>
                  <a:srgbClr val="1A1919"/>
                </a:solidFill>
                <a:effectLst/>
                <a:uLnTx/>
                <a:uFillTx/>
                <a:latin typeface="Tinkoff Sans"/>
                <a:cs typeface="Tinkoff Sans"/>
                <a:sym typeface="Tinkoff Sans"/>
              </a:rPr>
              <a:t>Место</a:t>
            </a:r>
            <a:r>
              <a:rPr kumimoji="0" lang="ru-RU" sz="3298" b="0" i="0" u="none" strike="noStrike" kern="0" cap="none" spc="112" normalizeH="0" baseline="0" noProof="0" dirty="0">
                <a:ln>
                  <a:noFill/>
                </a:ln>
                <a:solidFill>
                  <a:srgbClr val="1A1919"/>
                </a:solidFill>
                <a:effectLst/>
                <a:uLnTx/>
                <a:uFillTx/>
                <a:latin typeface="Tinkoff Sans"/>
                <a:cs typeface="Tinkoff Sans"/>
                <a:sym typeface="Tinkoff Sans"/>
              </a:rPr>
              <a:t> </a:t>
            </a:r>
            <a:r>
              <a:rPr kumimoji="0" lang="ru-RU" sz="3298" b="0" i="0" u="none" strike="noStrike" kern="0" cap="none" spc="39" normalizeH="0" baseline="0" noProof="0" dirty="0">
                <a:ln>
                  <a:noFill/>
                </a:ln>
                <a:solidFill>
                  <a:srgbClr val="1A1919"/>
                </a:solidFill>
                <a:effectLst/>
                <a:uLnTx/>
                <a:uFillTx/>
                <a:latin typeface="Tinkoff Sans"/>
                <a:cs typeface="Tinkoff Sans"/>
                <a:sym typeface="Tinkoff Sans"/>
              </a:rPr>
              <a:t>для</a:t>
            </a:r>
            <a:r>
              <a:rPr kumimoji="0" lang="ru-RU" sz="3298" b="0" i="0" u="none" strike="noStrike" kern="0" cap="none" spc="119" normalizeH="0" baseline="0" noProof="0" dirty="0">
                <a:ln>
                  <a:noFill/>
                </a:ln>
                <a:solidFill>
                  <a:srgbClr val="1A1919"/>
                </a:solidFill>
                <a:effectLst/>
                <a:uLnTx/>
                <a:uFillTx/>
                <a:latin typeface="Tinkoff Sans"/>
                <a:cs typeface="Tinkoff Sans"/>
                <a:sym typeface="Tinkoff Sans"/>
              </a:rPr>
              <a:t> </a:t>
            </a:r>
            <a:r>
              <a:rPr kumimoji="0" lang="ru-RU" sz="3298" b="0" i="0" u="none" strike="noStrike" kern="0" cap="none" spc="54" normalizeH="0" baseline="0" noProof="0" dirty="0">
                <a:ln>
                  <a:noFill/>
                </a:ln>
                <a:solidFill>
                  <a:srgbClr val="1A1919"/>
                </a:solidFill>
                <a:effectLst/>
                <a:uLnTx/>
                <a:uFillTx/>
                <a:latin typeface="Tinkoff Sans"/>
                <a:cs typeface="Tinkoff Sans"/>
                <a:sym typeface="Tinkoff Sans"/>
              </a:rPr>
              <a:t>дополнительного</a:t>
            </a:r>
            <a:r>
              <a:rPr kumimoji="0" lang="ru-RU" sz="3298" b="0" i="0" u="none" strike="noStrike" kern="0" cap="none" spc="119" normalizeH="0" baseline="0" noProof="0" dirty="0">
                <a:ln>
                  <a:noFill/>
                </a:ln>
                <a:solidFill>
                  <a:srgbClr val="1A1919"/>
                </a:solidFill>
                <a:effectLst/>
                <a:uLnTx/>
                <a:uFillTx/>
                <a:latin typeface="Tinkoff Sans"/>
                <a:cs typeface="Tinkoff Sans"/>
                <a:sym typeface="Tinkoff Sans"/>
              </a:rPr>
              <a:t> </a:t>
            </a:r>
            <a:r>
              <a:rPr kumimoji="0" lang="ru-RU" sz="3298" b="0" i="0" u="none" strike="noStrike" kern="0" cap="none" spc="50" normalizeH="0" baseline="0" noProof="0" dirty="0">
                <a:ln>
                  <a:noFill/>
                </a:ln>
                <a:solidFill>
                  <a:srgbClr val="1A1919"/>
                </a:solidFill>
                <a:effectLst/>
                <a:uLnTx/>
                <a:uFillTx/>
                <a:latin typeface="Tinkoff Sans"/>
                <a:cs typeface="Tinkoff Sans"/>
                <a:sym typeface="Tinkoff Sans"/>
              </a:rPr>
              <a:t>текста</a:t>
            </a:r>
            <a:r>
              <a:rPr kumimoji="0" lang="ru-RU" sz="3298" b="0" i="0" u="none" strike="noStrike" kern="0" cap="none" spc="119" normalizeH="0" baseline="0" noProof="0" dirty="0">
                <a:ln>
                  <a:noFill/>
                </a:ln>
                <a:solidFill>
                  <a:srgbClr val="1A1919"/>
                </a:solidFill>
                <a:effectLst/>
                <a:uLnTx/>
                <a:uFillTx/>
                <a:latin typeface="Tinkoff Sans"/>
                <a:cs typeface="Tinkoff Sans"/>
                <a:sym typeface="Tinkoff Sans"/>
              </a:rPr>
              <a:t> </a:t>
            </a:r>
            <a:r>
              <a:rPr kumimoji="0" lang="ru-RU" sz="3298" b="0" i="0" u="none" strike="noStrike" kern="0" cap="none" spc="50" normalizeH="0" baseline="0" noProof="0" dirty="0">
                <a:ln>
                  <a:noFill/>
                </a:ln>
                <a:solidFill>
                  <a:srgbClr val="1A1919"/>
                </a:solidFill>
                <a:effectLst/>
                <a:uLnTx/>
                <a:uFillTx/>
                <a:latin typeface="Tinkoff Sans"/>
                <a:cs typeface="Tinkoff Sans"/>
                <a:sym typeface="Tinkoff Sans"/>
              </a:rPr>
              <a:t>вашей</a:t>
            </a:r>
            <a:r>
              <a:rPr kumimoji="0" lang="ru-RU" sz="3298" b="0" i="0" u="none" strike="noStrike" kern="0" cap="none" spc="119" normalizeH="0" baseline="0" noProof="0" dirty="0">
                <a:ln>
                  <a:noFill/>
                </a:ln>
                <a:solidFill>
                  <a:srgbClr val="1A1919"/>
                </a:solidFill>
                <a:effectLst/>
                <a:uLnTx/>
                <a:uFillTx/>
                <a:latin typeface="Tinkoff Sans"/>
                <a:cs typeface="Tinkoff Sans"/>
                <a:sym typeface="Tinkoff Sans"/>
              </a:rPr>
              <a:t> </a:t>
            </a:r>
            <a:r>
              <a:rPr kumimoji="0" lang="ru-RU" sz="3298" b="0" i="0" u="none" strike="noStrike" kern="0" cap="none" spc="58" normalizeH="0" baseline="0" noProof="0" dirty="0">
                <a:ln>
                  <a:noFill/>
                </a:ln>
                <a:solidFill>
                  <a:srgbClr val="1A1919"/>
                </a:solidFill>
                <a:effectLst/>
                <a:uLnTx/>
                <a:uFillTx/>
                <a:latin typeface="Tinkoff Sans"/>
                <a:cs typeface="Tinkoff Sans"/>
                <a:sym typeface="Tinkoff Sans"/>
              </a:rPr>
              <a:t>презентации</a:t>
            </a:r>
            <a:endParaRPr kumimoji="0" lang="ru-RU" sz="3298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nkoff Sans"/>
              <a:cs typeface="Tinkoff Sans"/>
              <a:sym typeface="Tinkoff Sans"/>
            </a:endParaRPr>
          </a:p>
        </p:txBody>
      </p:sp>
      <p:sp>
        <p:nvSpPr>
          <p:cNvPr id="8" name="Текст 12">
            <a:extLst>
              <a:ext uri="{FF2B5EF4-FFF2-40B4-BE49-F238E27FC236}">
                <a16:creationId xmlns:a16="http://schemas.microsoft.com/office/drawing/2014/main" id="{A14D1FD4-A5D0-84DB-3720-AD43E7EE5B9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12491" y="4642973"/>
            <a:ext cx="16949403" cy="1119597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 marL="12498" marR="0" indent="0" algn="l" defTabSz="449939" rtl="0" eaLnBrk="1" fontAlgn="auto" latinLnBrk="0" hangingPunct="0">
              <a:lnSpc>
                <a:spcPts val="9447"/>
              </a:lnSpc>
              <a:spcBef>
                <a:spcPts val="104"/>
              </a:spcBef>
              <a:spcAft>
                <a:spcPts val="0"/>
              </a:spcAft>
              <a:buClrTx/>
              <a:buSzTx/>
              <a:buFontTx/>
              <a:buNone/>
              <a:tabLst/>
              <a:defRPr sz="5905" b="1" i="0">
                <a:latin typeface="Tinkoff Sans" panose="02000506050000020004" pitchFamily="2" charset="0"/>
                <a:ea typeface="Tinkoff Sans" panose="02000506050000020004" pitchFamily="2" charset="0"/>
              </a:defRPr>
            </a:lvl1pPr>
          </a:lstStyle>
          <a:p>
            <a:pPr marL="12498" marR="0" lvl="0" indent="0" algn="l" defTabSz="449939" rtl="0" eaLnBrk="1" fontAlgn="auto" latinLnBrk="0" hangingPunct="0">
              <a:lnSpc>
                <a:spcPct val="100000"/>
              </a:lnSpc>
              <a:spcBef>
                <a:spcPts val="10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758" b="0" i="0" u="none" strike="noStrike" kern="0" cap="none" spc="0" normalizeH="0" baseline="0" noProof="0" dirty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Tinkoff Sans"/>
                <a:cs typeface="Tinkoff Sans"/>
                <a:sym typeface="Tinkoff Sans"/>
              </a:rPr>
              <a:t>Заголовок</a:t>
            </a:r>
            <a:r>
              <a:rPr kumimoji="0" lang="ru-RU" sz="8758" b="0" i="0" u="none" strike="noStrike" kern="0" cap="none" spc="-24" normalizeH="0" baseline="0" noProof="0" dirty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Tinkoff Sans"/>
                <a:cs typeface="Tinkoff Sans"/>
                <a:sym typeface="Tinkoff Sans"/>
              </a:rPr>
              <a:t> </a:t>
            </a:r>
            <a:r>
              <a:rPr kumimoji="0" lang="ru-RU" sz="8758" b="0" i="0" u="none" strike="noStrike" kern="0" cap="none" spc="0" normalizeH="0" baseline="0" noProof="0" dirty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Tinkoff Sans"/>
                <a:cs typeface="Tinkoff Sans"/>
                <a:sym typeface="Tinkoff Sans"/>
              </a:rPr>
              <a:t>вашей</a:t>
            </a:r>
            <a:r>
              <a:rPr kumimoji="0" lang="ru-RU" sz="8758" b="0" i="0" u="none" strike="noStrike" kern="0" cap="none" spc="-19" normalizeH="0" baseline="0" noProof="0" dirty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Tinkoff Sans"/>
                <a:cs typeface="Tinkoff Sans"/>
                <a:sym typeface="Tinkoff Sans"/>
              </a:rPr>
              <a:t> </a:t>
            </a:r>
            <a:r>
              <a:rPr kumimoji="0" lang="ru-RU" sz="8758" b="0" i="0" u="none" strike="noStrike" kern="0" cap="none" spc="0" normalizeH="0" baseline="0" noProof="0" dirty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Tinkoff Sans"/>
                <a:cs typeface="Tinkoff Sans"/>
                <a:sym typeface="Tinkoff Sans"/>
              </a:rPr>
              <a:t>презентации</a:t>
            </a:r>
            <a:endParaRPr kumimoji="0" lang="ru-RU" sz="8758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nkoff Sans"/>
              <a:cs typeface="Tinkoff Sans"/>
              <a:sym typeface="Tinkoff Sans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A56CB65-E335-D753-910A-07442C20AA8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996" y="351064"/>
            <a:ext cx="3888000" cy="152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43856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EAC0BBD-4A82-07C1-CB42-7414BA855C8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256" b="18588"/>
          <a:stretch/>
        </p:blipFill>
        <p:spPr>
          <a:xfrm>
            <a:off x="7634177" y="0"/>
            <a:ext cx="12165123" cy="11160125"/>
          </a:xfrm>
          <a:prstGeom prst="rect">
            <a:avLst/>
          </a:prstGeom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B36A0A8-5760-D751-4C2F-0C41A33D84C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996" y="351064"/>
            <a:ext cx="3888000" cy="152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5545627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5">
            <a:extLst>
              <a:ext uri="{FF2B5EF4-FFF2-40B4-BE49-F238E27FC236}">
                <a16:creationId xmlns:a16="http://schemas.microsoft.com/office/drawing/2014/main" id="{C1618829-6C19-D941-9BE2-7A4E7212C8D8}"/>
              </a:ext>
            </a:extLst>
          </p:cNvPr>
          <p:cNvSpPr/>
          <p:nvPr userDrawn="1"/>
        </p:nvSpPr>
        <p:spPr>
          <a:xfrm flipV="1">
            <a:off x="10510956" y="0"/>
            <a:ext cx="9288351" cy="11160125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44997" rIns="44997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806" dirty="0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C00C85B-1962-984B-B3CB-F6A1E121D3F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158070" y="1012998"/>
            <a:ext cx="2699410" cy="2689828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/>
          <a:lstStyle/>
          <a:p>
            <a:endParaRPr lang="ru-RU" dirty="0"/>
          </a:p>
        </p:txBody>
      </p:sp>
      <p:sp>
        <p:nvSpPr>
          <p:cNvPr id="13" name="Рисунок 2">
            <a:extLst>
              <a:ext uri="{FF2B5EF4-FFF2-40B4-BE49-F238E27FC236}">
                <a16:creationId xmlns:a16="http://schemas.microsoft.com/office/drawing/2014/main" id="{D8A51F22-6493-824D-9F2C-E966B7B9253B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158070" y="4238454"/>
            <a:ext cx="2699410" cy="2689828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/>
          <a:lstStyle/>
          <a:p>
            <a:endParaRPr lang="ru-RU" dirty="0"/>
          </a:p>
        </p:txBody>
      </p:sp>
      <p:sp>
        <p:nvSpPr>
          <p:cNvPr id="14" name="Рисунок 2">
            <a:extLst>
              <a:ext uri="{FF2B5EF4-FFF2-40B4-BE49-F238E27FC236}">
                <a16:creationId xmlns:a16="http://schemas.microsoft.com/office/drawing/2014/main" id="{BA4C55EF-F38E-EC4C-89E2-F8C67C549527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158070" y="7528839"/>
            <a:ext cx="2699410" cy="2689828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/>
          <a:lstStyle/>
          <a:p>
            <a:endParaRPr lang="ru-RU" dirty="0"/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00576834-494C-37F1-95CC-CF3C3979FDD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 pitchFamily="2" charset="2"/>
              <a:buNone/>
              <a:defRPr sz="1600"/>
            </a:lvl1pPr>
          </a:lstStyle>
          <a:p>
            <a:fld id="{9A07687F-D30E-1A4C-A0AB-5DD07EB6EB4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771601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EDC63EE5-58DC-1F60-4B8D-9AA757219A23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 pitchFamily="2" charset="2"/>
              <a:buNone/>
              <a:defRPr sz="1600"/>
            </a:lvl1pPr>
          </a:lstStyle>
          <a:p>
            <a:fld id="{9A07687F-D30E-1A4C-A0AB-5DD07EB6EB4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1774332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6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Рисунок 91"/>
          <p:cNvSpPr>
            <a:spLocks noGrp="1"/>
          </p:cNvSpPr>
          <p:nvPr>
            <p:ph type="pic" sz="quarter" idx="21"/>
          </p:nvPr>
        </p:nvSpPr>
        <p:spPr>
          <a:xfrm>
            <a:off x="5609830" y="7961429"/>
            <a:ext cx="1235896" cy="12384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 dirty="0"/>
          </a:p>
        </p:txBody>
      </p:sp>
      <p:sp>
        <p:nvSpPr>
          <p:cNvPr id="758" name="Рисунок 91"/>
          <p:cNvSpPr>
            <a:spLocks noGrp="1"/>
          </p:cNvSpPr>
          <p:nvPr>
            <p:ph type="pic" sz="quarter" idx="22"/>
          </p:nvPr>
        </p:nvSpPr>
        <p:spPr>
          <a:xfrm>
            <a:off x="4362352" y="5629177"/>
            <a:ext cx="1235896" cy="12384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 dirty="0"/>
          </a:p>
        </p:txBody>
      </p:sp>
      <p:sp>
        <p:nvSpPr>
          <p:cNvPr id="759" name="Рисунок 91"/>
          <p:cNvSpPr>
            <a:spLocks noGrp="1"/>
          </p:cNvSpPr>
          <p:nvPr>
            <p:ph type="pic" sz="quarter" idx="23"/>
          </p:nvPr>
        </p:nvSpPr>
        <p:spPr>
          <a:xfrm>
            <a:off x="5598245" y="3134486"/>
            <a:ext cx="1235896" cy="12384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 dirty="0"/>
          </a:p>
        </p:txBody>
      </p:sp>
      <p:sp>
        <p:nvSpPr>
          <p:cNvPr id="760" name="Рисунок 91"/>
          <p:cNvSpPr>
            <a:spLocks noGrp="1"/>
          </p:cNvSpPr>
          <p:nvPr>
            <p:ph type="pic" sz="quarter" idx="24"/>
          </p:nvPr>
        </p:nvSpPr>
        <p:spPr>
          <a:xfrm>
            <a:off x="13921684" y="5630233"/>
            <a:ext cx="1235896" cy="12384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 dirty="0"/>
          </a:p>
        </p:txBody>
      </p:sp>
      <p:sp>
        <p:nvSpPr>
          <p:cNvPr id="761" name="Рисунок 91"/>
          <p:cNvSpPr>
            <a:spLocks noGrp="1"/>
          </p:cNvSpPr>
          <p:nvPr>
            <p:ph type="pic" sz="quarter" idx="25"/>
          </p:nvPr>
        </p:nvSpPr>
        <p:spPr>
          <a:xfrm>
            <a:off x="12544720" y="3135540"/>
            <a:ext cx="1235896" cy="12384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 dirty="0"/>
          </a:p>
        </p:txBody>
      </p:sp>
      <p:sp>
        <p:nvSpPr>
          <p:cNvPr id="762" name="Рисунок 91"/>
          <p:cNvSpPr>
            <a:spLocks noGrp="1"/>
          </p:cNvSpPr>
          <p:nvPr>
            <p:ph type="pic" sz="quarter" idx="26"/>
          </p:nvPr>
        </p:nvSpPr>
        <p:spPr>
          <a:xfrm>
            <a:off x="12556302" y="7962486"/>
            <a:ext cx="1235896" cy="12384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 dirty="0"/>
          </a:p>
        </p:txBody>
      </p:sp>
      <p:sp>
        <p:nvSpPr>
          <p:cNvPr id="76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4111862" y="3134481"/>
            <a:ext cx="3943750" cy="114417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SzTx/>
              <a:buFontTx/>
              <a:buNone/>
              <a:defRPr sz="1772"/>
            </a:lvl1pPr>
            <a:lvl2pPr marL="914219" indent="-171416">
              <a:buFontTx/>
              <a:defRPr sz="1772"/>
            </a:lvl2pPr>
            <a:lvl3pPr marL="1688192" indent="-202584">
              <a:buFontTx/>
              <a:defRPr sz="1772"/>
            </a:lvl3pPr>
            <a:lvl4pPr marL="2458939" indent="-230524">
              <a:buFontTx/>
              <a:defRPr sz="1772"/>
            </a:lvl4pPr>
            <a:lvl5pPr marL="3201744" indent="-230524">
              <a:buFontTx/>
              <a:defRPr sz="1772"/>
            </a:lvl5pPr>
          </a:lstStyle>
          <a:p>
            <a:r>
              <a:t>Разнообразный и богатый опыт рамки  и место обучения кадров позволяет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764" name="Текст 33"/>
          <p:cNvSpPr>
            <a:spLocks noGrp="1"/>
          </p:cNvSpPr>
          <p:nvPr>
            <p:ph type="body" sz="quarter" idx="27" hasCustomPrompt="1"/>
          </p:nvPr>
        </p:nvSpPr>
        <p:spPr>
          <a:xfrm>
            <a:off x="15447896" y="5582374"/>
            <a:ext cx="3587374" cy="1473099"/>
          </a:xfrm>
          <a:prstGeom prst="rect">
            <a:avLst/>
          </a:prstGeom>
        </p:spPr>
        <p:txBody>
          <a:bodyPr>
            <a:noAutofit/>
          </a:bodyPr>
          <a:lstStyle>
            <a:lvl1pPr marL="0" marR="5004" indent="12513" defTabSz="449939">
              <a:lnSpc>
                <a:spcPct val="132000"/>
              </a:lnSpc>
              <a:spcBef>
                <a:spcPts val="591"/>
              </a:spcBef>
              <a:buSzTx/>
              <a:buFontTx/>
              <a:buNone/>
              <a:defRPr sz="1674">
                <a:solidFill>
                  <a:srgbClr val="757675"/>
                </a:solidFill>
              </a:defRPr>
            </a:lvl1pPr>
          </a:lstStyle>
          <a:p>
            <a:r>
              <a:t>Разнообразный и богатый опыт рамки  и место обучения кадров позволяет выполнить важные задания по разработке</a:t>
            </a:r>
          </a:p>
        </p:txBody>
      </p:sp>
      <p:sp>
        <p:nvSpPr>
          <p:cNvPr id="765" name="Текст 33"/>
          <p:cNvSpPr>
            <a:spLocks noGrp="1"/>
          </p:cNvSpPr>
          <p:nvPr>
            <p:ph type="body" sz="quarter" idx="28" hasCustomPrompt="1"/>
          </p:nvPr>
        </p:nvSpPr>
        <p:spPr>
          <a:xfrm>
            <a:off x="14111862" y="7961162"/>
            <a:ext cx="3943750" cy="1144176"/>
          </a:xfrm>
          <a:prstGeom prst="rect">
            <a:avLst/>
          </a:prstGeom>
        </p:spPr>
        <p:txBody>
          <a:bodyPr>
            <a:noAutofit/>
          </a:bodyPr>
          <a:lstStyle>
            <a:lvl1pPr marL="0" marR="5004" indent="12513" defTabSz="449939">
              <a:lnSpc>
                <a:spcPct val="132000"/>
              </a:lnSpc>
              <a:spcBef>
                <a:spcPts val="591"/>
              </a:spcBef>
              <a:buSzTx/>
              <a:buFontTx/>
              <a:buNone/>
              <a:defRPr sz="1674">
                <a:solidFill>
                  <a:srgbClr val="757675"/>
                </a:solidFill>
              </a:defRPr>
            </a:lvl1pPr>
          </a:lstStyle>
          <a:p>
            <a:r>
              <a:t>Разнообразный и богатый опыт рамки  и место обучения кадров позволяет</a:t>
            </a:r>
          </a:p>
        </p:txBody>
      </p:sp>
      <p:sp>
        <p:nvSpPr>
          <p:cNvPr id="766" name="Текст 33"/>
          <p:cNvSpPr>
            <a:spLocks noGrp="1"/>
          </p:cNvSpPr>
          <p:nvPr>
            <p:ph type="body" sz="quarter" idx="29" hasCustomPrompt="1"/>
          </p:nvPr>
        </p:nvSpPr>
        <p:spPr>
          <a:xfrm>
            <a:off x="1124962" y="3134481"/>
            <a:ext cx="4142024" cy="1233747"/>
          </a:xfrm>
          <a:prstGeom prst="rect">
            <a:avLst/>
          </a:prstGeom>
        </p:spPr>
        <p:txBody>
          <a:bodyPr>
            <a:noAutofit/>
          </a:bodyPr>
          <a:lstStyle>
            <a:lvl1pPr marL="0" marR="5004" indent="364137" algn="r">
              <a:lnSpc>
                <a:spcPct val="132000"/>
              </a:lnSpc>
              <a:spcBef>
                <a:spcPts val="0"/>
              </a:spcBef>
              <a:buSzTx/>
              <a:buFontTx/>
              <a:buNone/>
              <a:defRPr sz="1674">
                <a:solidFill>
                  <a:srgbClr val="757675"/>
                </a:solidFill>
              </a:defRPr>
            </a:lvl1pPr>
          </a:lstStyle>
          <a:p>
            <a:r>
              <a:t>Разнообразный и богатый опыт рамки
и место обучения кадров позволяет</a:t>
            </a:r>
          </a:p>
        </p:txBody>
      </p:sp>
      <p:sp>
        <p:nvSpPr>
          <p:cNvPr id="767" name="Текст 33"/>
          <p:cNvSpPr>
            <a:spLocks noGrp="1"/>
          </p:cNvSpPr>
          <p:nvPr>
            <p:ph type="body" sz="quarter" idx="30" hasCustomPrompt="1"/>
          </p:nvPr>
        </p:nvSpPr>
        <p:spPr>
          <a:xfrm>
            <a:off x="518034" y="5631524"/>
            <a:ext cx="3553995" cy="1233747"/>
          </a:xfrm>
          <a:prstGeom prst="rect">
            <a:avLst/>
          </a:prstGeom>
        </p:spPr>
        <p:txBody>
          <a:bodyPr>
            <a:noAutofit/>
          </a:bodyPr>
          <a:lstStyle>
            <a:lvl1pPr marL="0" marR="5004" indent="364137" algn="r">
              <a:lnSpc>
                <a:spcPct val="132000"/>
              </a:lnSpc>
              <a:spcBef>
                <a:spcPts val="0"/>
              </a:spcBef>
              <a:buSzTx/>
              <a:buFontTx/>
              <a:buNone/>
              <a:defRPr sz="1674">
                <a:solidFill>
                  <a:srgbClr val="757675"/>
                </a:solidFill>
              </a:defRPr>
            </a:lvl1pPr>
          </a:lstStyle>
          <a:p>
            <a:r>
              <a:t>Разнообразный и богатый опыт рамки и место обучения кадров позволяет</a:t>
            </a:r>
          </a:p>
        </p:txBody>
      </p:sp>
      <p:sp>
        <p:nvSpPr>
          <p:cNvPr id="768" name="Текст 33"/>
          <p:cNvSpPr>
            <a:spLocks noGrp="1"/>
          </p:cNvSpPr>
          <p:nvPr>
            <p:ph type="body" sz="quarter" idx="31" hasCustomPrompt="1"/>
          </p:nvPr>
        </p:nvSpPr>
        <p:spPr>
          <a:xfrm>
            <a:off x="1124962" y="7961235"/>
            <a:ext cx="4142024" cy="1233747"/>
          </a:xfrm>
          <a:prstGeom prst="rect">
            <a:avLst/>
          </a:prstGeom>
        </p:spPr>
        <p:txBody>
          <a:bodyPr>
            <a:noAutofit/>
          </a:bodyPr>
          <a:lstStyle>
            <a:lvl1pPr marL="0" marR="5004" indent="364137" algn="r">
              <a:lnSpc>
                <a:spcPct val="132000"/>
              </a:lnSpc>
              <a:spcBef>
                <a:spcPts val="0"/>
              </a:spcBef>
              <a:buSzTx/>
              <a:buFontTx/>
              <a:buNone/>
              <a:defRPr sz="1674">
                <a:solidFill>
                  <a:srgbClr val="757675"/>
                </a:solidFill>
              </a:defRPr>
            </a:lvl1pPr>
          </a:lstStyle>
          <a:p>
            <a:r>
              <a:t>Разнообразный и богатый опыт рамки
и место обучения кадров позволяет</a:t>
            </a:r>
          </a:p>
        </p:txBody>
      </p:sp>
      <p:sp>
        <p:nvSpPr>
          <p:cNvPr id="769" name="Заголовок слайда вашей презентации"/>
          <p:cNvSpPr txBox="1">
            <a:spLocks noGrp="1"/>
          </p:cNvSpPr>
          <p:nvPr>
            <p:ph type="title" hasCustomPrompt="1"/>
          </p:nvPr>
        </p:nvSpPr>
        <p:spPr>
          <a:xfrm>
            <a:off x="1363566" y="643293"/>
            <a:ext cx="17106569" cy="1119597"/>
          </a:xfrm>
          <a:prstGeom prst="rect">
            <a:avLst/>
          </a:prstGeom>
        </p:spPr>
        <p:txBody>
          <a:bodyPr/>
          <a:lstStyle>
            <a:lvl1pPr indent="23775" algn="ctr">
              <a:lnSpc>
                <a:spcPct val="100000"/>
              </a:lnSpc>
              <a:spcBef>
                <a:spcPts val="97"/>
              </a:spcBef>
            </a:lvl1pPr>
          </a:lstStyle>
          <a:p>
            <a:r>
              <a:t>Заголовок слайда вашей презентации</a:t>
            </a:r>
          </a:p>
        </p:txBody>
      </p:sp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4557D1B9-4244-912E-0ABA-A5E2815994A0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 pitchFamily="2" charset="2"/>
              <a:buNone/>
              <a:defRPr sz="1600"/>
            </a:lvl1pPr>
          </a:lstStyle>
          <a:p>
            <a:fld id="{9A07687F-D30E-1A4C-A0AB-5DD07EB6EB4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68319602"/>
      </p:ext>
    </p:extLst>
  </p:cSld>
  <p:clrMapOvr>
    <a:masterClrMapping/>
  </p:clrMapOvr>
  <p:transition spd="med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A5E55C7B-9DB4-1FFD-89DD-4554FF4928D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 pitchFamily="2" charset="2"/>
              <a:buNone/>
              <a:defRPr sz="1600"/>
            </a:lvl1pPr>
          </a:lstStyle>
          <a:p>
            <a:fld id="{9A07687F-D30E-1A4C-A0AB-5DD07EB6EB4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36275148"/>
      </p:ext>
    </p:extLst>
  </p:cSld>
  <p:clrMapOvr>
    <a:masterClrMapping/>
  </p:clrMapOvr>
  <p:transition spd="med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object 3"/>
          <p:cNvSpPr/>
          <p:nvPr/>
        </p:nvSpPr>
        <p:spPr>
          <a:xfrm>
            <a:off x="0" y="-6613"/>
            <a:ext cx="19935819" cy="11166738"/>
          </a:xfrm>
          <a:prstGeom prst="rect">
            <a:avLst/>
          </a:prstGeom>
          <a:solidFill>
            <a:srgbClr val="FFDD2D"/>
          </a:solidFill>
          <a:ln w="12700">
            <a:miter lim="400000"/>
          </a:ln>
        </p:spPr>
        <p:txBody>
          <a:bodyPr lIns="44997" rIns="44997"/>
          <a:lstStyle/>
          <a:p>
            <a:endParaRPr sz="806" dirty="0"/>
          </a:p>
        </p:txBody>
      </p:sp>
      <p:sp>
        <p:nvSpPr>
          <p:cNvPr id="2" name="Прямоугольник с одним усеченным и одним скругленным углом 1">
            <a:extLst>
              <a:ext uri="{FF2B5EF4-FFF2-40B4-BE49-F238E27FC236}">
                <a16:creationId xmlns:a16="http://schemas.microsoft.com/office/drawing/2014/main" id="{FB5BC020-4F3E-662D-E779-7340409B0BE0}"/>
              </a:ext>
            </a:extLst>
          </p:cNvPr>
          <p:cNvSpPr/>
          <p:nvPr userDrawn="1"/>
        </p:nvSpPr>
        <p:spPr>
          <a:xfrm rot="10800000">
            <a:off x="-6352" y="-18661"/>
            <a:ext cx="4544483" cy="11191876"/>
          </a:xfrm>
          <a:custGeom>
            <a:avLst/>
            <a:gdLst>
              <a:gd name="connsiteX0" fmla="*/ 1613624 w 4538133"/>
              <a:gd name="connsiteY0" fmla="*/ 0 h 11160126"/>
              <a:gd name="connsiteX1" fmla="*/ 4538133 w 4538133"/>
              <a:gd name="connsiteY1" fmla="*/ 0 h 11160126"/>
              <a:gd name="connsiteX2" fmla="*/ 4538133 w 4538133"/>
              <a:gd name="connsiteY2" fmla="*/ 0 h 11160126"/>
              <a:gd name="connsiteX3" fmla="*/ 4538133 w 4538133"/>
              <a:gd name="connsiteY3" fmla="*/ 11160126 h 11160126"/>
              <a:gd name="connsiteX4" fmla="*/ 0 w 4538133"/>
              <a:gd name="connsiteY4" fmla="*/ 11160126 h 11160126"/>
              <a:gd name="connsiteX5" fmla="*/ 0 w 4538133"/>
              <a:gd name="connsiteY5" fmla="*/ 1613624 h 11160126"/>
              <a:gd name="connsiteX6" fmla="*/ 1613624 w 4538133"/>
              <a:gd name="connsiteY6" fmla="*/ 0 h 11160126"/>
              <a:gd name="connsiteX0" fmla="*/ 1613624 w 4538133"/>
              <a:gd name="connsiteY0" fmla="*/ 0 h 11191876"/>
              <a:gd name="connsiteX1" fmla="*/ 4538133 w 4538133"/>
              <a:gd name="connsiteY1" fmla="*/ 31750 h 11191876"/>
              <a:gd name="connsiteX2" fmla="*/ 4538133 w 4538133"/>
              <a:gd name="connsiteY2" fmla="*/ 31750 h 11191876"/>
              <a:gd name="connsiteX3" fmla="*/ 4538133 w 4538133"/>
              <a:gd name="connsiteY3" fmla="*/ 11191876 h 11191876"/>
              <a:gd name="connsiteX4" fmla="*/ 0 w 4538133"/>
              <a:gd name="connsiteY4" fmla="*/ 11191876 h 11191876"/>
              <a:gd name="connsiteX5" fmla="*/ 0 w 4538133"/>
              <a:gd name="connsiteY5" fmla="*/ 1645374 h 11191876"/>
              <a:gd name="connsiteX6" fmla="*/ 1613624 w 4538133"/>
              <a:gd name="connsiteY6" fmla="*/ 0 h 11191876"/>
              <a:gd name="connsiteX0" fmla="*/ 1613624 w 4544483"/>
              <a:gd name="connsiteY0" fmla="*/ 0 h 11191876"/>
              <a:gd name="connsiteX1" fmla="*/ 4538133 w 4544483"/>
              <a:gd name="connsiteY1" fmla="*/ 31750 h 11191876"/>
              <a:gd name="connsiteX2" fmla="*/ 4544483 w 4544483"/>
              <a:gd name="connsiteY2" fmla="*/ 0 h 11191876"/>
              <a:gd name="connsiteX3" fmla="*/ 4538133 w 4544483"/>
              <a:gd name="connsiteY3" fmla="*/ 11191876 h 11191876"/>
              <a:gd name="connsiteX4" fmla="*/ 0 w 4544483"/>
              <a:gd name="connsiteY4" fmla="*/ 11191876 h 11191876"/>
              <a:gd name="connsiteX5" fmla="*/ 0 w 4544483"/>
              <a:gd name="connsiteY5" fmla="*/ 1645374 h 11191876"/>
              <a:gd name="connsiteX6" fmla="*/ 1613624 w 4544483"/>
              <a:gd name="connsiteY6" fmla="*/ 0 h 11191876"/>
              <a:gd name="connsiteX0" fmla="*/ 1613624 w 4544483"/>
              <a:gd name="connsiteY0" fmla="*/ 0 h 11191876"/>
              <a:gd name="connsiteX1" fmla="*/ 4512733 w 4544483"/>
              <a:gd name="connsiteY1" fmla="*/ 12700 h 11191876"/>
              <a:gd name="connsiteX2" fmla="*/ 4544483 w 4544483"/>
              <a:gd name="connsiteY2" fmla="*/ 0 h 11191876"/>
              <a:gd name="connsiteX3" fmla="*/ 4538133 w 4544483"/>
              <a:gd name="connsiteY3" fmla="*/ 11191876 h 11191876"/>
              <a:gd name="connsiteX4" fmla="*/ 0 w 4544483"/>
              <a:gd name="connsiteY4" fmla="*/ 11191876 h 11191876"/>
              <a:gd name="connsiteX5" fmla="*/ 0 w 4544483"/>
              <a:gd name="connsiteY5" fmla="*/ 1645374 h 11191876"/>
              <a:gd name="connsiteX6" fmla="*/ 1613624 w 4544483"/>
              <a:gd name="connsiteY6" fmla="*/ 0 h 11191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44483" h="11191876">
                <a:moveTo>
                  <a:pt x="1613624" y="0"/>
                </a:moveTo>
                <a:lnTo>
                  <a:pt x="4512733" y="12700"/>
                </a:lnTo>
                <a:lnTo>
                  <a:pt x="4544483" y="0"/>
                </a:lnTo>
                <a:cubicBezTo>
                  <a:pt x="4542366" y="3730625"/>
                  <a:pt x="4540250" y="7461251"/>
                  <a:pt x="4538133" y="11191876"/>
                </a:cubicBezTo>
                <a:lnTo>
                  <a:pt x="0" y="11191876"/>
                </a:lnTo>
                <a:lnTo>
                  <a:pt x="0" y="1645374"/>
                </a:lnTo>
                <a:cubicBezTo>
                  <a:pt x="0" y="754194"/>
                  <a:pt x="722444" y="0"/>
                  <a:pt x="1613624" y="0"/>
                </a:cubicBezTo>
                <a:close/>
              </a:path>
            </a:pathLst>
          </a:cu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  <p:sp>
        <p:nvSpPr>
          <p:cNvPr id="621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5161697" y="4167873"/>
            <a:ext cx="11037111" cy="18099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SzTx/>
              <a:buFontTx/>
              <a:buNone/>
            </a:lvl1pPr>
            <a:lvl2pPr>
              <a:buFontTx/>
            </a:lvl2pPr>
            <a:lvl3pPr>
              <a:buFontTx/>
            </a:lvl3pPr>
            <a:lvl4pPr>
              <a:buFontTx/>
            </a:lvl4pPr>
            <a:lvl5pPr>
              <a:buFontTx/>
            </a:lvl5pPr>
          </a:lstStyle>
          <a:p>
            <a:r>
              <a:rPr dirty="0" err="1"/>
              <a:t>Текст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отбивочном</a:t>
            </a:r>
            <a:r>
              <a:rPr dirty="0"/>
              <a:t> </a:t>
            </a:r>
            <a:r>
              <a:rPr dirty="0" err="1"/>
              <a:t>слайде</a:t>
            </a:r>
            <a:r>
              <a:rPr dirty="0"/>
              <a:t> </a:t>
            </a:r>
            <a:r>
              <a:rPr dirty="0" err="1"/>
              <a:t>вашей</a:t>
            </a:r>
            <a:r>
              <a:rPr dirty="0"/>
              <a:t>  </a:t>
            </a:r>
            <a:r>
              <a:rPr dirty="0" err="1"/>
              <a:t>презентации</a:t>
            </a:r>
            <a:endParaRPr dirty="0"/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A6CBB9F-F512-06BB-429B-E3A2BAD7F78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844" y="223840"/>
            <a:ext cx="3914906" cy="2325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20919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с одним усеченным и одним скругленным углом 1">
            <a:extLst>
              <a:ext uri="{FF2B5EF4-FFF2-40B4-BE49-F238E27FC236}">
                <a16:creationId xmlns:a16="http://schemas.microsoft.com/office/drawing/2014/main" id="{9242A4D8-F08A-AAAE-B492-D5F2DD5F5AD9}"/>
              </a:ext>
            </a:extLst>
          </p:cNvPr>
          <p:cNvSpPr/>
          <p:nvPr userDrawn="1"/>
        </p:nvSpPr>
        <p:spPr>
          <a:xfrm rot="10800000">
            <a:off x="-18662" y="-18661"/>
            <a:ext cx="6665512" cy="11160126"/>
          </a:xfrm>
          <a:custGeom>
            <a:avLst/>
            <a:gdLst>
              <a:gd name="connsiteX0" fmla="*/ 1613624 w 4538133"/>
              <a:gd name="connsiteY0" fmla="*/ 0 h 11160126"/>
              <a:gd name="connsiteX1" fmla="*/ 4538133 w 4538133"/>
              <a:gd name="connsiteY1" fmla="*/ 0 h 11160126"/>
              <a:gd name="connsiteX2" fmla="*/ 4538133 w 4538133"/>
              <a:gd name="connsiteY2" fmla="*/ 0 h 11160126"/>
              <a:gd name="connsiteX3" fmla="*/ 4538133 w 4538133"/>
              <a:gd name="connsiteY3" fmla="*/ 11160126 h 11160126"/>
              <a:gd name="connsiteX4" fmla="*/ 0 w 4538133"/>
              <a:gd name="connsiteY4" fmla="*/ 11160126 h 11160126"/>
              <a:gd name="connsiteX5" fmla="*/ 0 w 4538133"/>
              <a:gd name="connsiteY5" fmla="*/ 1613624 h 11160126"/>
              <a:gd name="connsiteX6" fmla="*/ 1613624 w 4538133"/>
              <a:gd name="connsiteY6" fmla="*/ 0 h 11160126"/>
              <a:gd name="connsiteX0" fmla="*/ 1613624 w 6740157"/>
              <a:gd name="connsiteY0" fmla="*/ 0 h 11160126"/>
              <a:gd name="connsiteX1" fmla="*/ 4538133 w 6740157"/>
              <a:gd name="connsiteY1" fmla="*/ 0 h 11160126"/>
              <a:gd name="connsiteX2" fmla="*/ 4538133 w 6740157"/>
              <a:gd name="connsiteY2" fmla="*/ 0 h 11160126"/>
              <a:gd name="connsiteX3" fmla="*/ 6740157 w 6740157"/>
              <a:gd name="connsiteY3" fmla="*/ 11141465 h 11160126"/>
              <a:gd name="connsiteX4" fmla="*/ 0 w 6740157"/>
              <a:gd name="connsiteY4" fmla="*/ 11160126 h 11160126"/>
              <a:gd name="connsiteX5" fmla="*/ 0 w 6740157"/>
              <a:gd name="connsiteY5" fmla="*/ 1613624 h 11160126"/>
              <a:gd name="connsiteX6" fmla="*/ 1613624 w 6740157"/>
              <a:gd name="connsiteY6" fmla="*/ 0 h 11160126"/>
              <a:gd name="connsiteX0" fmla="*/ 1613624 w 6740157"/>
              <a:gd name="connsiteY0" fmla="*/ 0 h 11160126"/>
              <a:gd name="connsiteX1" fmla="*/ 4538133 w 6740157"/>
              <a:gd name="connsiteY1" fmla="*/ 0 h 11160126"/>
              <a:gd name="connsiteX2" fmla="*/ 6665512 w 6740157"/>
              <a:gd name="connsiteY2" fmla="*/ 0 h 11160126"/>
              <a:gd name="connsiteX3" fmla="*/ 6740157 w 6740157"/>
              <a:gd name="connsiteY3" fmla="*/ 11141465 h 11160126"/>
              <a:gd name="connsiteX4" fmla="*/ 0 w 6740157"/>
              <a:gd name="connsiteY4" fmla="*/ 11160126 h 11160126"/>
              <a:gd name="connsiteX5" fmla="*/ 0 w 6740157"/>
              <a:gd name="connsiteY5" fmla="*/ 1613624 h 11160126"/>
              <a:gd name="connsiteX6" fmla="*/ 1613624 w 6740157"/>
              <a:gd name="connsiteY6" fmla="*/ 0 h 11160126"/>
              <a:gd name="connsiteX0" fmla="*/ 1613624 w 6665512"/>
              <a:gd name="connsiteY0" fmla="*/ 0 h 11160126"/>
              <a:gd name="connsiteX1" fmla="*/ 4538133 w 6665512"/>
              <a:gd name="connsiteY1" fmla="*/ 0 h 11160126"/>
              <a:gd name="connsiteX2" fmla="*/ 6665512 w 6665512"/>
              <a:gd name="connsiteY2" fmla="*/ 0 h 11160126"/>
              <a:gd name="connsiteX3" fmla="*/ 5919063 w 6665512"/>
              <a:gd name="connsiteY3" fmla="*/ 11104143 h 11160126"/>
              <a:gd name="connsiteX4" fmla="*/ 0 w 6665512"/>
              <a:gd name="connsiteY4" fmla="*/ 11160126 h 11160126"/>
              <a:gd name="connsiteX5" fmla="*/ 0 w 6665512"/>
              <a:gd name="connsiteY5" fmla="*/ 1613624 h 11160126"/>
              <a:gd name="connsiteX6" fmla="*/ 1613624 w 6665512"/>
              <a:gd name="connsiteY6" fmla="*/ 0 h 11160126"/>
              <a:gd name="connsiteX0" fmla="*/ 1613624 w 6665512"/>
              <a:gd name="connsiteY0" fmla="*/ 0 h 11160126"/>
              <a:gd name="connsiteX1" fmla="*/ 4538133 w 6665512"/>
              <a:gd name="connsiteY1" fmla="*/ 0 h 11160126"/>
              <a:gd name="connsiteX2" fmla="*/ 6665512 w 6665512"/>
              <a:gd name="connsiteY2" fmla="*/ 0 h 11160126"/>
              <a:gd name="connsiteX3" fmla="*/ 6646850 w 6665512"/>
              <a:gd name="connsiteY3" fmla="*/ 11122804 h 11160126"/>
              <a:gd name="connsiteX4" fmla="*/ 0 w 6665512"/>
              <a:gd name="connsiteY4" fmla="*/ 11160126 h 11160126"/>
              <a:gd name="connsiteX5" fmla="*/ 0 w 6665512"/>
              <a:gd name="connsiteY5" fmla="*/ 1613624 h 11160126"/>
              <a:gd name="connsiteX6" fmla="*/ 1613624 w 6665512"/>
              <a:gd name="connsiteY6" fmla="*/ 0 h 11160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65512" h="11160126">
                <a:moveTo>
                  <a:pt x="1613624" y="0"/>
                </a:moveTo>
                <a:lnTo>
                  <a:pt x="4538133" y="0"/>
                </a:lnTo>
                <a:lnTo>
                  <a:pt x="6665512" y="0"/>
                </a:lnTo>
                <a:cubicBezTo>
                  <a:pt x="6659291" y="3707601"/>
                  <a:pt x="6653071" y="7415203"/>
                  <a:pt x="6646850" y="11122804"/>
                </a:cubicBezTo>
                <a:lnTo>
                  <a:pt x="0" y="11160126"/>
                </a:lnTo>
                <a:lnTo>
                  <a:pt x="0" y="1613624"/>
                </a:lnTo>
                <a:cubicBezTo>
                  <a:pt x="0" y="722444"/>
                  <a:pt x="722444" y="0"/>
                  <a:pt x="1613624" y="0"/>
                </a:cubicBezTo>
                <a:close/>
              </a:path>
            </a:pathLst>
          </a:custGeom>
          <a:solidFill>
            <a:schemeClr val="accent4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  <p:sp>
        <p:nvSpPr>
          <p:cNvPr id="409" name="Уровень текста 1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8125158" y="3658024"/>
            <a:ext cx="9909503" cy="4724149"/>
          </a:xfrm>
          <a:prstGeom prst="rect">
            <a:avLst/>
          </a:prstGeom>
        </p:spPr>
        <p:txBody>
          <a:bodyPr>
            <a:noAutofit/>
          </a:bodyPr>
          <a:lstStyle>
            <a:lvl1pPr marL="0" marR="185196" indent="12513" defTabSz="449939">
              <a:lnSpc>
                <a:spcPct val="119300"/>
              </a:lnSpc>
              <a:spcBef>
                <a:spcPts val="2066"/>
              </a:spcBef>
              <a:buSzTx/>
              <a:buFontTx/>
              <a:buNone/>
              <a:defRPr sz="2756" spc="11">
                <a:solidFill>
                  <a:srgbClr val="282828"/>
                </a:solidFill>
              </a:defRPr>
            </a:lvl1pPr>
            <a:lvl2pPr marL="742803" marR="185196" indent="0" defTabSz="449939">
              <a:lnSpc>
                <a:spcPct val="119300"/>
              </a:lnSpc>
              <a:spcBef>
                <a:spcPts val="2066"/>
              </a:spcBef>
              <a:buFontTx/>
              <a:buNone/>
              <a:defRPr sz="2756" spc="11">
                <a:solidFill>
                  <a:srgbClr val="282828"/>
                </a:solidFill>
              </a:defRPr>
            </a:lvl2pPr>
            <a:lvl3pPr marL="1485613" marR="185196" indent="0" defTabSz="449939">
              <a:lnSpc>
                <a:spcPct val="119300"/>
              </a:lnSpc>
              <a:spcBef>
                <a:spcPts val="2066"/>
              </a:spcBef>
              <a:buFontTx/>
              <a:buNone/>
              <a:defRPr sz="2756" spc="11">
                <a:solidFill>
                  <a:srgbClr val="282828"/>
                </a:solidFill>
              </a:defRPr>
            </a:lvl3pPr>
            <a:lvl4pPr marL="2228416" marR="185196" indent="0" defTabSz="449939">
              <a:lnSpc>
                <a:spcPct val="119300"/>
              </a:lnSpc>
              <a:spcBef>
                <a:spcPts val="2066"/>
              </a:spcBef>
              <a:buFontTx/>
              <a:buNone/>
              <a:defRPr sz="2756" spc="11">
                <a:solidFill>
                  <a:srgbClr val="282828"/>
                </a:solidFill>
              </a:defRPr>
            </a:lvl4pPr>
            <a:lvl5pPr marL="2971220" marR="185196" indent="0" defTabSz="449939">
              <a:lnSpc>
                <a:spcPct val="119300"/>
              </a:lnSpc>
              <a:spcBef>
                <a:spcPts val="2066"/>
              </a:spcBef>
              <a:buFontTx/>
              <a:buNone/>
              <a:defRPr sz="2756" spc="11">
                <a:solidFill>
                  <a:srgbClr val="282828"/>
                </a:solidFill>
              </a:defRPr>
            </a:lvl5pPr>
          </a:lstStyle>
          <a:p>
            <a:r>
              <a:rPr dirty="0" err="1"/>
              <a:t>Разнообразный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богатый</a:t>
            </a:r>
            <a:r>
              <a:rPr dirty="0"/>
              <a:t> </a:t>
            </a:r>
            <a:r>
              <a:rPr dirty="0" err="1"/>
              <a:t>опыт</a:t>
            </a:r>
            <a:r>
              <a:rPr dirty="0"/>
              <a:t> </a:t>
            </a:r>
            <a:r>
              <a:rPr dirty="0" err="1"/>
              <a:t>рамки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место</a:t>
            </a:r>
            <a:r>
              <a:rPr dirty="0"/>
              <a:t> </a:t>
            </a:r>
            <a:r>
              <a:rPr dirty="0" err="1"/>
              <a:t>обучения</a:t>
            </a:r>
            <a:r>
              <a:rPr dirty="0"/>
              <a:t> </a:t>
            </a:r>
            <a:r>
              <a:rPr dirty="0" err="1"/>
              <a:t>кадров</a:t>
            </a:r>
            <a:r>
              <a:rPr dirty="0"/>
              <a:t> </a:t>
            </a:r>
            <a:r>
              <a:rPr dirty="0" err="1"/>
              <a:t>позволяет</a:t>
            </a:r>
            <a:r>
              <a:rPr dirty="0"/>
              <a:t>  </a:t>
            </a:r>
            <a:r>
              <a:rPr dirty="0" err="1"/>
              <a:t>выполнять</a:t>
            </a:r>
            <a:r>
              <a:rPr dirty="0"/>
              <a:t> </a:t>
            </a:r>
            <a:r>
              <a:rPr dirty="0" err="1"/>
              <a:t>важные</a:t>
            </a:r>
            <a:r>
              <a:rPr dirty="0"/>
              <a:t> </a:t>
            </a:r>
            <a:r>
              <a:rPr dirty="0" err="1"/>
              <a:t>задания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разработке</a:t>
            </a:r>
            <a:r>
              <a:rPr dirty="0"/>
              <a:t> </a:t>
            </a:r>
            <a:r>
              <a:rPr dirty="0" err="1"/>
              <a:t>позиций</a:t>
            </a:r>
            <a:r>
              <a:rPr dirty="0"/>
              <a:t>, </a:t>
            </a:r>
            <a:r>
              <a:rPr dirty="0" err="1"/>
              <a:t>занимаемых</a:t>
            </a:r>
            <a:r>
              <a:rPr dirty="0"/>
              <a:t> </a:t>
            </a:r>
            <a:r>
              <a:rPr dirty="0" err="1"/>
              <a:t>участниками</a:t>
            </a:r>
            <a:r>
              <a:rPr dirty="0"/>
              <a:t>  </a:t>
            </a:r>
            <a:r>
              <a:rPr dirty="0" err="1"/>
              <a:t>в</a:t>
            </a:r>
            <a:r>
              <a:rPr dirty="0"/>
              <a:t> </a:t>
            </a:r>
            <a:r>
              <a:rPr dirty="0" err="1"/>
              <a:t>отношении</a:t>
            </a:r>
            <a:r>
              <a:rPr dirty="0"/>
              <a:t> </a:t>
            </a:r>
            <a:r>
              <a:rPr dirty="0" err="1"/>
              <a:t>поставленных</a:t>
            </a:r>
            <a:r>
              <a:rPr dirty="0"/>
              <a:t> </a:t>
            </a:r>
            <a:r>
              <a:rPr dirty="0" err="1"/>
              <a:t>задач</a:t>
            </a:r>
            <a:r>
              <a:rPr dirty="0"/>
              <a:t>. </a:t>
            </a:r>
            <a:r>
              <a:rPr dirty="0" err="1"/>
              <a:t>Таким</a:t>
            </a:r>
            <a:r>
              <a:rPr dirty="0"/>
              <a:t> </a:t>
            </a:r>
            <a:r>
              <a:rPr dirty="0" err="1"/>
              <a:t>образом</a:t>
            </a:r>
            <a:r>
              <a:rPr dirty="0"/>
              <a:t> </a:t>
            </a:r>
            <a:r>
              <a:rPr dirty="0" err="1"/>
              <a:t>дальнейшее</a:t>
            </a:r>
            <a:r>
              <a:rPr dirty="0"/>
              <a:t> </a:t>
            </a:r>
            <a:r>
              <a:rPr dirty="0" err="1"/>
              <a:t>развитие</a:t>
            </a:r>
            <a:r>
              <a:rPr dirty="0"/>
              <a:t>  </a:t>
            </a:r>
            <a:r>
              <a:rPr dirty="0" err="1"/>
              <a:t>различных</a:t>
            </a:r>
            <a:r>
              <a:rPr dirty="0"/>
              <a:t> </a:t>
            </a:r>
            <a:r>
              <a:rPr dirty="0" err="1"/>
              <a:t>форм</a:t>
            </a:r>
            <a:r>
              <a:rPr dirty="0"/>
              <a:t> </a:t>
            </a:r>
            <a:r>
              <a:rPr dirty="0" err="1"/>
              <a:t>деятельности</a:t>
            </a:r>
            <a:r>
              <a:rPr dirty="0"/>
              <a:t> </a:t>
            </a:r>
            <a:r>
              <a:rPr dirty="0" err="1"/>
              <a:t>требуют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нас</a:t>
            </a:r>
            <a:r>
              <a:rPr dirty="0"/>
              <a:t> </a:t>
            </a:r>
            <a:r>
              <a:rPr dirty="0" err="1"/>
              <a:t>анализа</a:t>
            </a:r>
            <a:r>
              <a:rPr dirty="0"/>
              <a:t> </a:t>
            </a:r>
            <a:r>
              <a:rPr dirty="0" err="1"/>
              <a:t>системы</a:t>
            </a:r>
            <a:r>
              <a:rPr dirty="0"/>
              <a:t> </a:t>
            </a:r>
            <a:r>
              <a:rPr dirty="0" err="1"/>
              <a:t>обучения</a:t>
            </a:r>
            <a:r>
              <a:rPr dirty="0"/>
              <a:t>  </a:t>
            </a:r>
            <a:r>
              <a:rPr dirty="0" err="1"/>
              <a:t>кадров</a:t>
            </a:r>
            <a:r>
              <a:rPr dirty="0"/>
              <a:t>, </a:t>
            </a:r>
            <a:r>
              <a:rPr dirty="0" err="1"/>
              <a:t>соответствует</a:t>
            </a:r>
            <a:r>
              <a:rPr dirty="0"/>
              <a:t> </a:t>
            </a:r>
            <a:r>
              <a:rPr dirty="0" err="1"/>
              <a:t>насущным</a:t>
            </a:r>
            <a:r>
              <a:rPr dirty="0"/>
              <a:t> </a:t>
            </a:r>
            <a:r>
              <a:rPr dirty="0" err="1"/>
              <a:t>потребностям</a:t>
            </a:r>
            <a:r>
              <a:rPr dirty="0"/>
              <a:t>. </a:t>
            </a:r>
            <a:r>
              <a:rPr dirty="0" err="1"/>
              <a:t>С</a:t>
            </a:r>
            <a:r>
              <a:rPr dirty="0"/>
              <a:t> </a:t>
            </a:r>
            <a:r>
              <a:rPr dirty="0" err="1"/>
              <a:t>другой</a:t>
            </a:r>
            <a:r>
              <a:rPr dirty="0"/>
              <a:t> </a:t>
            </a:r>
            <a:r>
              <a:rPr dirty="0" err="1"/>
              <a:t>стороны</a:t>
            </a:r>
            <a:r>
              <a:rPr dirty="0"/>
              <a:t>  </a:t>
            </a:r>
            <a:r>
              <a:rPr dirty="0" err="1"/>
              <a:t>консультация</a:t>
            </a:r>
            <a:r>
              <a:rPr dirty="0"/>
              <a:t> </a:t>
            </a:r>
            <a:r>
              <a:rPr dirty="0" err="1"/>
              <a:t>с</a:t>
            </a:r>
            <a:r>
              <a:rPr dirty="0"/>
              <a:t> </a:t>
            </a:r>
            <a:r>
              <a:rPr dirty="0" err="1"/>
              <a:t>широким</a:t>
            </a:r>
            <a:r>
              <a:rPr dirty="0"/>
              <a:t> </a:t>
            </a:r>
            <a:r>
              <a:rPr dirty="0" err="1"/>
              <a:t>активом</a:t>
            </a:r>
            <a:r>
              <a:rPr dirty="0"/>
              <a:t> </a:t>
            </a:r>
            <a:r>
              <a:rPr dirty="0" err="1"/>
              <a:t>позволяет</a:t>
            </a:r>
            <a:r>
              <a:rPr dirty="0"/>
              <a:t> </a:t>
            </a:r>
            <a:r>
              <a:rPr dirty="0" err="1"/>
              <a:t>оценить</a:t>
            </a:r>
            <a:r>
              <a:rPr dirty="0"/>
              <a:t> </a:t>
            </a:r>
            <a:r>
              <a:rPr dirty="0" err="1"/>
              <a:t>значение</a:t>
            </a:r>
            <a:r>
              <a:rPr dirty="0"/>
              <a:t> </a:t>
            </a:r>
            <a:r>
              <a:rPr dirty="0" err="1"/>
              <a:t>систем</a:t>
            </a:r>
            <a:r>
              <a:rPr dirty="0"/>
              <a:t>  </a:t>
            </a:r>
            <a:r>
              <a:rPr dirty="0" err="1"/>
              <a:t>массового</a:t>
            </a:r>
            <a:r>
              <a:rPr dirty="0"/>
              <a:t> </a:t>
            </a:r>
            <a:r>
              <a:rPr dirty="0" err="1"/>
              <a:t>участия</a:t>
            </a:r>
            <a:r>
              <a:rPr dirty="0"/>
              <a:t>. </a:t>
            </a:r>
            <a:r>
              <a:rPr dirty="0" err="1"/>
              <a:t>С</a:t>
            </a:r>
            <a:r>
              <a:rPr dirty="0"/>
              <a:t> </a:t>
            </a:r>
            <a:r>
              <a:rPr dirty="0" err="1"/>
              <a:t>другой</a:t>
            </a:r>
            <a:r>
              <a:rPr dirty="0"/>
              <a:t> </a:t>
            </a:r>
            <a:r>
              <a:rPr dirty="0" err="1"/>
              <a:t>стороны</a:t>
            </a:r>
            <a:r>
              <a:rPr dirty="0"/>
              <a:t> </a:t>
            </a:r>
            <a:r>
              <a:rPr dirty="0" err="1"/>
              <a:t>рамки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место</a:t>
            </a:r>
            <a:r>
              <a:rPr dirty="0"/>
              <a:t> </a:t>
            </a:r>
            <a:r>
              <a:rPr dirty="0" err="1"/>
              <a:t>обучения</a:t>
            </a:r>
            <a:r>
              <a:rPr dirty="0"/>
              <a:t> </a:t>
            </a:r>
            <a:r>
              <a:rPr dirty="0" err="1"/>
              <a:t>кадров</a:t>
            </a:r>
            <a:r>
              <a:rPr dirty="0"/>
              <a:t> </a:t>
            </a:r>
            <a:r>
              <a:rPr dirty="0" err="1"/>
              <a:t>требуют</a:t>
            </a:r>
            <a:r>
              <a:rPr dirty="0"/>
              <a:t> 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нас</a:t>
            </a:r>
            <a:r>
              <a:rPr dirty="0"/>
              <a:t> </a:t>
            </a:r>
            <a:r>
              <a:rPr dirty="0" err="1"/>
              <a:t>анализа</a:t>
            </a:r>
            <a:r>
              <a:rPr dirty="0"/>
              <a:t> </a:t>
            </a:r>
            <a:r>
              <a:rPr dirty="0" err="1"/>
              <a:t>систем</a:t>
            </a:r>
            <a:r>
              <a:rPr dirty="0"/>
              <a:t> </a:t>
            </a:r>
            <a:r>
              <a:rPr dirty="0" err="1"/>
              <a:t>массового</a:t>
            </a:r>
            <a:r>
              <a:rPr dirty="0"/>
              <a:t> </a:t>
            </a:r>
            <a:r>
              <a:rPr dirty="0" err="1"/>
              <a:t>участия</a:t>
            </a:r>
            <a:r>
              <a:rPr dirty="0"/>
              <a:t>. </a:t>
            </a:r>
            <a:r>
              <a:rPr dirty="0" err="1"/>
              <a:t>Таким</a:t>
            </a:r>
            <a:r>
              <a:rPr dirty="0"/>
              <a:t> </a:t>
            </a:r>
            <a:r>
              <a:rPr dirty="0" err="1"/>
              <a:t>образом</a:t>
            </a:r>
            <a:r>
              <a:rPr dirty="0"/>
              <a:t> </a:t>
            </a:r>
            <a:r>
              <a:rPr dirty="0" err="1"/>
              <a:t>постоянное</a:t>
            </a:r>
            <a:r>
              <a:rPr dirty="0"/>
              <a:t>  </a:t>
            </a:r>
            <a:r>
              <a:rPr dirty="0" err="1"/>
              <a:t>информационно-пропагандистское</a:t>
            </a:r>
            <a:r>
              <a:rPr dirty="0"/>
              <a:t> </a:t>
            </a:r>
            <a:r>
              <a:rPr dirty="0" err="1"/>
              <a:t>обеспечение</a:t>
            </a:r>
            <a:r>
              <a:rPr dirty="0"/>
              <a:t> </a:t>
            </a:r>
            <a:r>
              <a:rPr dirty="0" err="1"/>
              <a:t>нашей</a:t>
            </a:r>
            <a:r>
              <a:rPr dirty="0"/>
              <a:t> </a:t>
            </a:r>
            <a:r>
              <a:rPr dirty="0" err="1"/>
              <a:t>деятельности</a:t>
            </a:r>
            <a:r>
              <a:rPr dirty="0"/>
              <a:t> </a:t>
            </a:r>
            <a:r>
              <a:rPr dirty="0" err="1"/>
              <a:t>играет</a:t>
            </a:r>
            <a:r>
              <a:rPr dirty="0"/>
              <a:t>  </a:t>
            </a:r>
            <a:r>
              <a:rPr dirty="0" err="1"/>
              <a:t>важную</a:t>
            </a:r>
            <a:r>
              <a:rPr dirty="0"/>
              <a:t> </a:t>
            </a:r>
            <a:r>
              <a:rPr dirty="0" err="1"/>
              <a:t>роль</a:t>
            </a:r>
            <a:r>
              <a:rPr dirty="0"/>
              <a:t> </a:t>
            </a:r>
            <a:r>
              <a:rPr dirty="0" err="1"/>
              <a:t>в</a:t>
            </a:r>
            <a:r>
              <a:rPr dirty="0"/>
              <a:t> </a:t>
            </a:r>
            <a:r>
              <a:rPr dirty="0" err="1"/>
              <a:t>формировании</a:t>
            </a:r>
            <a:r>
              <a:rPr dirty="0"/>
              <a:t> </a:t>
            </a:r>
            <a:r>
              <a:rPr dirty="0" err="1"/>
              <a:t>позиций</a:t>
            </a:r>
            <a:r>
              <a:rPr dirty="0"/>
              <a:t>, </a:t>
            </a:r>
            <a:r>
              <a:rPr dirty="0" err="1"/>
              <a:t>занимаемых</a:t>
            </a:r>
            <a:r>
              <a:rPr dirty="0"/>
              <a:t> </a:t>
            </a:r>
            <a:r>
              <a:rPr dirty="0" err="1"/>
              <a:t>участниками</a:t>
            </a:r>
            <a:r>
              <a:rPr dirty="0"/>
              <a:t> </a:t>
            </a:r>
            <a:r>
              <a:rPr dirty="0" err="1"/>
              <a:t>в</a:t>
            </a:r>
            <a:r>
              <a:rPr dirty="0"/>
              <a:t> </a:t>
            </a:r>
            <a:r>
              <a:rPr dirty="0" err="1"/>
              <a:t>отношении</a:t>
            </a:r>
            <a:r>
              <a:rPr dirty="0"/>
              <a:t> </a:t>
            </a:r>
            <a:r>
              <a:rPr dirty="0" err="1"/>
              <a:t>поставленных</a:t>
            </a:r>
            <a:r>
              <a:rPr dirty="0"/>
              <a:t> </a:t>
            </a:r>
            <a:r>
              <a:rPr dirty="0" err="1"/>
              <a:t>задач</a:t>
            </a:r>
            <a:endParaRPr dirty="0"/>
          </a:p>
        </p:txBody>
      </p:sp>
      <p:sp>
        <p:nvSpPr>
          <p:cNvPr id="411" name="Текст 11"/>
          <p:cNvSpPr>
            <a:spLocks noGrp="1"/>
          </p:cNvSpPr>
          <p:nvPr>
            <p:ph type="body" sz="quarter" idx="21" hasCustomPrompt="1"/>
          </p:nvPr>
        </p:nvSpPr>
        <p:spPr>
          <a:xfrm>
            <a:off x="8124714" y="2068262"/>
            <a:ext cx="9910589" cy="125410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SzTx/>
              <a:buFontTx/>
              <a:buNone/>
              <a:defRPr sz="3051">
                <a:solidFill>
                  <a:srgbClr val="282828"/>
                </a:solidFill>
              </a:defRPr>
            </a:lvl1pPr>
          </a:lstStyle>
          <a:p>
            <a:r>
              <a:t>С другой стороны рамки и место обучения кадров  требуют от нас анализа систем массового участия.</a:t>
            </a:r>
          </a:p>
        </p:txBody>
      </p:sp>
      <p:sp>
        <p:nvSpPr>
          <p:cNvPr id="412" name="Текст 12"/>
          <p:cNvSpPr>
            <a:spLocks noGrp="1"/>
          </p:cNvSpPr>
          <p:nvPr>
            <p:ph type="body" sz="quarter" idx="22" hasCustomPrompt="1"/>
          </p:nvPr>
        </p:nvSpPr>
        <p:spPr>
          <a:xfrm>
            <a:off x="710448" y="720221"/>
            <a:ext cx="5649334" cy="1985267"/>
          </a:xfrm>
          <a:prstGeom prst="rect">
            <a:avLst/>
          </a:prstGeom>
        </p:spPr>
        <p:txBody>
          <a:bodyPr>
            <a:normAutofit/>
          </a:bodyPr>
          <a:lstStyle>
            <a:lvl1pPr marL="0" indent="12513" defTabSz="449939">
              <a:lnSpc>
                <a:spcPct val="100000"/>
              </a:lnSpc>
              <a:spcBef>
                <a:spcPts val="97"/>
              </a:spcBef>
              <a:buSzTx/>
              <a:buFontTx/>
              <a:buNone/>
              <a:defRPr sz="4922"/>
            </a:lvl1pPr>
          </a:lstStyle>
          <a:p>
            <a:r>
              <a:t>Заголовок слайда вашей презентации</a:t>
            </a:r>
          </a:p>
        </p:txBody>
      </p:sp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8053D5FA-5B6D-88B1-F501-A11E87DCB46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 pitchFamily="2" charset="2"/>
              <a:buNone/>
              <a:defRPr sz="1600"/>
            </a:lvl1pPr>
          </a:lstStyle>
          <a:p>
            <a:fld id="{9A07687F-D30E-1A4C-A0AB-5DD07EB6EB4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0044046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">
            <a:extLst>
              <a:ext uri="{FF2B5EF4-FFF2-40B4-BE49-F238E27FC236}">
                <a16:creationId xmlns:a16="http://schemas.microsoft.com/office/drawing/2014/main" id="{AFEA020A-297F-4949-8B2C-7A5BFA968613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 pitchFamily="2" charset="2"/>
              <a:buNone/>
              <a:defRPr sz="1600"/>
            </a:lvl1pPr>
          </a:lstStyle>
          <a:p>
            <a:fld id="{9A07687F-D30E-1A4C-A0AB-5DD07EB6EB47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17" r:id="rId2"/>
    <p:sldLayoutId id="2147483770" r:id="rId3"/>
    <p:sldLayoutId id="2147483769" r:id="rId4"/>
    <p:sldLayoutId id="2147483766" r:id="rId5"/>
    <p:sldLayoutId id="2147483752" r:id="rId6"/>
    <p:sldLayoutId id="2147483768" r:id="rId7"/>
    <p:sldLayoutId id="2147483758" r:id="rId8"/>
    <p:sldLayoutId id="2147483764" r:id="rId9"/>
    <p:sldLayoutId id="2147483753" r:id="rId10"/>
    <p:sldLayoutId id="2147483751" r:id="rId11"/>
    <p:sldLayoutId id="2147483742" r:id="rId12"/>
    <p:sldLayoutId id="2147483658" r:id="rId13"/>
    <p:sldLayoutId id="2147483659" r:id="rId14"/>
    <p:sldLayoutId id="2147483709" r:id="rId15"/>
    <p:sldLayoutId id="2147483741" r:id="rId16"/>
    <p:sldLayoutId id="2147483745" r:id="rId17"/>
    <p:sldLayoutId id="2147483744" r:id="rId18"/>
    <p:sldLayoutId id="2147483767" r:id="rId19"/>
    <p:sldLayoutId id="2147483754" r:id="rId20"/>
    <p:sldLayoutId id="2147483757" r:id="rId21"/>
    <p:sldLayoutId id="2147483750" r:id="rId22"/>
    <p:sldLayoutId id="2147483712" r:id="rId23"/>
    <p:sldLayoutId id="2147483761" r:id="rId24"/>
    <p:sldLayoutId id="2147483762" r:id="rId25"/>
    <p:sldLayoutId id="2147483763" r:id="rId26"/>
    <p:sldLayoutId id="2147483760" r:id="rId27"/>
    <p:sldLayoutId id="2147483756" r:id="rId28"/>
    <p:sldLayoutId id="2147483706" r:id="rId29"/>
    <p:sldLayoutId id="2147483711" r:id="rId30"/>
    <p:sldLayoutId id="2147483713" r:id="rId31"/>
    <p:sldLayoutId id="2147483716" r:id="rId32"/>
    <p:sldLayoutId id="2147483714" r:id="rId33"/>
    <p:sldLayoutId id="2147483743" r:id="rId34"/>
    <p:sldLayoutId id="2147483755" r:id="rId35"/>
    <p:sldLayoutId id="2147483748" r:id="rId36"/>
    <p:sldLayoutId id="2147483749" r:id="rId37"/>
    <p:sldLayoutId id="2147483772" r:id="rId38"/>
    <p:sldLayoutId id="2147483774" r:id="rId39"/>
  </p:sldLayoutIdLst>
  <p:transition spd="med"/>
  <p:hf hdr="0" ftr="0" dt="0"/>
  <p:txStyles>
    <p:titleStyle>
      <a:lvl1pPr marL="0" marR="0" indent="0" algn="l" defTabSz="1485609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86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1pPr>
      <a:lvl2pPr marL="0" marR="0" indent="0" algn="l" defTabSz="1485609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86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2pPr>
      <a:lvl3pPr marL="0" marR="0" indent="0" algn="l" defTabSz="1485609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86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3pPr>
      <a:lvl4pPr marL="0" marR="0" indent="0" algn="l" defTabSz="1485609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86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4pPr>
      <a:lvl5pPr marL="0" marR="0" indent="0" algn="l" defTabSz="1485609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86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5pPr>
      <a:lvl6pPr marL="0" marR="0" indent="0" algn="l" defTabSz="1485609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86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6pPr>
      <a:lvl7pPr marL="0" marR="0" indent="0" algn="l" defTabSz="1485609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86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7pPr>
      <a:lvl8pPr marL="0" marR="0" indent="0" algn="l" defTabSz="1485609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86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8pPr>
      <a:lvl9pPr marL="0" marR="0" indent="0" algn="l" defTabSz="1485609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86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9pPr>
    </p:titleStyle>
    <p:bodyStyle>
      <a:lvl1pPr marL="0" marR="0" indent="0" algn="l" defTabSz="1485609" rtl="0" latinLnBrk="0">
        <a:lnSpc>
          <a:spcPct val="118000"/>
        </a:lnSpc>
        <a:spcBef>
          <a:spcPts val="2363"/>
        </a:spcBef>
        <a:spcAft>
          <a:spcPts val="0"/>
        </a:spcAft>
        <a:buClrTx/>
        <a:buSzPct val="100000"/>
        <a:buFont typeface="Wingdings" pitchFamily="2" charset="2"/>
        <a:buNone/>
        <a:tabLst/>
        <a:defRPr sz="2363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1pPr>
      <a:lvl2pPr marL="708566" marR="0" indent="-438064" algn="l" defTabSz="1485609" rtl="0" latinLnBrk="0">
        <a:lnSpc>
          <a:spcPct val="118000"/>
        </a:lnSpc>
        <a:spcBef>
          <a:spcPts val="2363"/>
        </a:spcBef>
        <a:spcAft>
          <a:spcPts val="0"/>
        </a:spcAft>
        <a:buClrTx/>
        <a:buSzPct val="100000"/>
        <a:buFont typeface="Wingdings" pitchFamily="2" charset="2"/>
        <a:buChar char="§"/>
        <a:tabLst/>
        <a:defRPr sz="2363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2pPr>
      <a:lvl3pPr marL="1417132" marR="0" indent="-517712" algn="l" defTabSz="1485609" rtl="0" latinLnBrk="0">
        <a:lnSpc>
          <a:spcPct val="118000"/>
        </a:lnSpc>
        <a:spcBef>
          <a:spcPts val="2363"/>
        </a:spcBef>
        <a:spcAft>
          <a:spcPts val="0"/>
        </a:spcAft>
        <a:buClrTx/>
        <a:buSzPct val="100000"/>
        <a:buFont typeface="Wingdings" pitchFamily="2" charset="2"/>
        <a:buChar char="§"/>
        <a:tabLst/>
        <a:defRPr sz="2363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3pPr>
      <a:lvl4pPr marL="2125697" marR="0" indent="-589121" algn="l" defTabSz="1485609" rtl="0" latinLnBrk="0">
        <a:lnSpc>
          <a:spcPct val="118000"/>
        </a:lnSpc>
        <a:spcBef>
          <a:spcPts val="2363"/>
        </a:spcBef>
        <a:spcAft>
          <a:spcPts val="0"/>
        </a:spcAft>
        <a:buClrTx/>
        <a:buSzPct val="100000"/>
        <a:buFont typeface="Wingdings" pitchFamily="2" charset="2"/>
        <a:buChar char="§"/>
        <a:tabLst/>
        <a:defRPr sz="2363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4pPr>
      <a:lvl5pPr marL="3560341" marR="0" indent="-589121" algn="l" defTabSz="1485609" rtl="0" latinLnBrk="0">
        <a:lnSpc>
          <a:spcPct val="118000"/>
        </a:lnSpc>
        <a:spcBef>
          <a:spcPts val="2363"/>
        </a:spcBef>
        <a:spcAft>
          <a:spcPts val="0"/>
        </a:spcAft>
        <a:buClrTx/>
        <a:buSzPct val="100000"/>
        <a:buFont typeface="Wingdings" pitchFamily="2" charset="2"/>
        <a:buChar char="§"/>
        <a:tabLst/>
        <a:defRPr sz="2363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5pPr>
      <a:lvl6pPr marL="4303145" marR="0" indent="-589121" algn="l" defTabSz="1485609" rtl="0" latinLnBrk="0">
        <a:lnSpc>
          <a:spcPct val="90000"/>
        </a:lnSpc>
        <a:spcBef>
          <a:spcPts val="1574"/>
        </a:spcBef>
        <a:spcAft>
          <a:spcPts val="0"/>
        </a:spcAft>
        <a:buClrTx/>
        <a:buSzPct val="100000"/>
        <a:buFont typeface="Arial"/>
        <a:buChar char="•"/>
        <a:tabLst/>
        <a:defRPr sz="4528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6pPr>
      <a:lvl7pPr marL="5045952" marR="0" indent="-589121" algn="l" defTabSz="1485609" rtl="0" latinLnBrk="0">
        <a:lnSpc>
          <a:spcPct val="90000"/>
        </a:lnSpc>
        <a:spcBef>
          <a:spcPts val="1574"/>
        </a:spcBef>
        <a:spcAft>
          <a:spcPts val="0"/>
        </a:spcAft>
        <a:buClrTx/>
        <a:buSzPct val="100000"/>
        <a:buFont typeface="Arial"/>
        <a:buChar char="•"/>
        <a:tabLst/>
        <a:defRPr sz="4528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7pPr>
      <a:lvl8pPr marL="5788754" marR="0" indent="-589121" algn="l" defTabSz="1485609" rtl="0" latinLnBrk="0">
        <a:lnSpc>
          <a:spcPct val="90000"/>
        </a:lnSpc>
        <a:spcBef>
          <a:spcPts val="1574"/>
        </a:spcBef>
        <a:spcAft>
          <a:spcPts val="0"/>
        </a:spcAft>
        <a:buClrTx/>
        <a:buSzPct val="100000"/>
        <a:buFont typeface="Arial"/>
        <a:buChar char="•"/>
        <a:tabLst/>
        <a:defRPr sz="4528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8pPr>
      <a:lvl9pPr marL="6531561" marR="0" indent="-589121" algn="l" defTabSz="1485609" rtl="0" latinLnBrk="0">
        <a:lnSpc>
          <a:spcPct val="90000"/>
        </a:lnSpc>
        <a:spcBef>
          <a:spcPts val="1574"/>
        </a:spcBef>
        <a:spcAft>
          <a:spcPts val="0"/>
        </a:spcAft>
        <a:buClrTx/>
        <a:buSzPct val="100000"/>
        <a:buFont typeface="Arial"/>
        <a:buChar char="•"/>
        <a:tabLst/>
        <a:defRPr sz="4528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9pPr>
    </p:bodyStyle>
    <p:otherStyle>
      <a:lvl1pPr marL="0" marR="0" indent="0" algn="r" defTabSz="44993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81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nkoff Sans"/>
        </a:defRPr>
      </a:lvl1pPr>
      <a:lvl2pPr marL="0" marR="0" indent="449939" algn="r" defTabSz="44993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81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nkoff Sans"/>
        </a:defRPr>
      </a:lvl2pPr>
      <a:lvl3pPr marL="0" marR="0" indent="899880" algn="r" defTabSz="44993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81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nkoff Sans"/>
        </a:defRPr>
      </a:lvl3pPr>
      <a:lvl4pPr marL="0" marR="0" indent="1349818" algn="r" defTabSz="44993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81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nkoff Sans"/>
        </a:defRPr>
      </a:lvl4pPr>
      <a:lvl5pPr marL="0" marR="0" indent="1799759" algn="r" defTabSz="44993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81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nkoff Sans"/>
        </a:defRPr>
      </a:lvl5pPr>
      <a:lvl6pPr marL="0" marR="0" indent="2249696" algn="r" defTabSz="44993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81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nkoff Sans"/>
        </a:defRPr>
      </a:lvl6pPr>
      <a:lvl7pPr marL="0" marR="0" indent="2699635" algn="r" defTabSz="44993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81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nkoff Sans"/>
        </a:defRPr>
      </a:lvl7pPr>
      <a:lvl8pPr marL="0" marR="0" indent="3149576" algn="r" defTabSz="44993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81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nkoff Sans"/>
        </a:defRPr>
      </a:lvl8pPr>
      <a:lvl9pPr marL="0" marR="0" indent="3599515" algn="r" defTabSz="44993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81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nkoff Sans"/>
        </a:defRPr>
      </a:lvl9pPr>
    </p:otherStyle>
  </p:txStyles>
  <p:extLst>
    <p:ext uri="{27BBF7A9-308A-43DC-89C8-2F10F3537804}">
      <p15:sldGuideLst xmlns:p15="http://schemas.microsoft.com/office/powerpoint/2012/main">
        <p15:guide id="1" pos="453" userDrawn="1">
          <p15:clr>
            <a:srgbClr val="F26B43"/>
          </p15:clr>
        </p15:guide>
        <p15:guide id="2" orient="horz" pos="453" userDrawn="1">
          <p15:clr>
            <a:srgbClr val="F26B43"/>
          </p15:clr>
        </p15:guide>
        <p15:guide id="3" pos="12019" userDrawn="1">
          <p15:clr>
            <a:srgbClr val="F26B43"/>
          </p15:clr>
        </p15:guide>
        <p15:guide id="4" orient="horz" pos="6577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8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4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6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8.xml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1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3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8.xml"/><Relationship Id="rId4" Type="http://schemas.openxmlformats.org/officeDocument/2006/relationships/image" Target="../media/image1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8.png"/><Relationship Id="rId4" Type="http://schemas.openxmlformats.org/officeDocument/2006/relationships/hyperlink" Target="https://habr.com/ru/articles/685518/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9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9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13" Type="http://schemas.openxmlformats.org/officeDocument/2006/relationships/customXml" Target="../ink/ink5.xml"/><Relationship Id="rId3" Type="http://schemas.openxmlformats.org/officeDocument/2006/relationships/image" Target="../media/image46.png"/><Relationship Id="rId7" Type="http://schemas.openxmlformats.org/officeDocument/2006/relationships/customXml" Target="../ink/ink2.xml"/><Relationship Id="rId12" Type="http://schemas.openxmlformats.org/officeDocument/2006/relationships/image" Target="../media/image51.png"/><Relationship Id="rId2" Type="http://schemas.openxmlformats.org/officeDocument/2006/relationships/notesSlide" Target="../notesSlides/notesSlide33.xml"/><Relationship Id="rId16" Type="http://schemas.openxmlformats.org/officeDocument/2006/relationships/image" Target="../media/image5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8.png"/><Relationship Id="rId11" Type="http://schemas.openxmlformats.org/officeDocument/2006/relationships/customXml" Target="../ink/ink4.xml"/><Relationship Id="rId5" Type="http://schemas.openxmlformats.org/officeDocument/2006/relationships/customXml" Target="../ink/ink1.xml"/><Relationship Id="rId15" Type="http://schemas.openxmlformats.org/officeDocument/2006/relationships/customXml" Target="../ink/ink6.xml"/><Relationship Id="rId10" Type="http://schemas.openxmlformats.org/officeDocument/2006/relationships/image" Target="../media/image50.png"/><Relationship Id="rId4" Type="http://schemas.openxmlformats.org/officeDocument/2006/relationships/image" Target="../media/image47.png"/><Relationship Id="rId9" Type="http://schemas.openxmlformats.org/officeDocument/2006/relationships/customXml" Target="../ink/ink3.xml"/><Relationship Id="rId14" Type="http://schemas.openxmlformats.org/officeDocument/2006/relationships/image" Target="../media/image52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5.sv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9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4.sv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Текст 7">
            <a:extLst>
              <a:ext uri="{FF2B5EF4-FFF2-40B4-BE49-F238E27FC236}">
                <a16:creationId xmlns:a16="http://schemas.microsoft.com/office/drawing/2014/main" id="{09A5AF8E-5F21-4E42-8D26-E6CDC478426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5995589" y="10061174"/>
            <a:ext cx="3092077" cy="389048"/>
          </a:xfrm>
        </p:spPr>
        <p:txBody>
          <a:bodyPr anchor="b"/>
          <a:lstStyle/>
          <a:p>
            <a:pPr>
              <a:lnSpc>
                <a:spcPct val="100000"/>
              </a:lnSpc>
            </a:pPr>
            <a:r>
              <a:rPr lang="en-US" spc="31" dirty="0">
                <a:latin typeface="TINKOFFSANS-MEDIUM" panose="02000506050000020004" pitchFamily="2" charset="0"/>
              </a:rPr>
              <a:t>XX</a:t>
            </a:r>
            <a:r>
              <a:rPr lang="ru-RU" sz="2000" spc="31" dirty="0">
                <a:latin typeface="TINKOFFSANS-MEDIUM" panose="02000506050000020004" pitchFamily="2" charset="0"/>
              </a:rPr>
              <a:t>.</a:t>
            </a:r>
            <a:r>
              <a:rPr lang="en-US" sz="2000" spc="31" dirty="0">
                <a:latin typeface="TINKOFFSANS-MEDIUM" panose="02000506050000020004" pitchFamily="2" charset="0"/>
              </a:rPr>
              <a:t>11</a:t>
            </a:r>
            <a:r>
              <a:rPr lang="ru-RU" sz="2000" spc="31" dirty="0">
                <a:latin typeface="TINKOFFSANS-MEDIUM" panose="02000506050000020004" pitchFamily="2" charset="0"/>
              </a:rPr>
              <a:t>.2024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11D16811-92A2-3E44-9FD3-4216458C737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25196" y="10061174"/>
            <a:ext cx="2958178" cy="389048"/>
          </a:xfrm>
        </p:spPr>
        <p:txBody>
          <a:bodyPr lIns="0" tIns="0" rIns="0" bIns="0" anchor="b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50" dirty="0">
                <a:latin typeface="TINKOFFSANS-MEDIUM" panose="02000506050000020004" pitchFamily="2" charset="0"/>
              </a:rPr>
              <a:t>Хватов Сергей</a:t>
            </a:r>
          </a:p>
        </p:txBody>
      </p:sp>
      <p:sp>
        <p:nvSpPr>
          <p:cNvPr id="16" name="Текст 2">
            <a:extLst>
              <a:ext uri="{FF2B5EF4-FFF2-40B4-BE49-F238E27FC236}">
                <a16:creationId xmlns:a16="http://schemas.microsoft.com/office/drawing/2014/main" id="{D7A02457-DA76-A84A-8D19-AD087EDEB02F}"/>
              </a:ext>
            </a:extLst>
          </p:cNvPr>
          <p:cNvSpPr txBox="1">
            <a:spLocks/>
          </p:cNvSpPr>
          <p:nvPr/>
        </p:nvSpPr>
        <p:spPr>
          <a:xfrm>
            <a:off x="592224" y="5580062"/>
            <a:ext cx="16949403" cy="111959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12498" marR="0" indent="0" algn="l" defTabSz="449939" rtl="0" eaLnBrk="1" fontAlgn="auto" latinLnBrk="0" hangingPunct="0">
              <a:lnSpc>
                <a:spcPts val="9447"/>
              </a:lnSpc>
              <a:spcBef>
                <a:spcPts val="104"/>
              </a:spcBef>
              <a:spcAft>
                <a:spcPts val="0"/>
              </a:spcAft>
              <a:buClrTx/>
              <a:buSzTx/>
              <a:buFontTx/>
              <a:buNone/>
              <a:tabLst/>
              <a:defRPr sz="5905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1pPr>
            <a:lvl2pPr marL="708566" marR="0" indent="-438064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2pPr>
            <a:lvl3pPr marL="1417132" marR="0" indent="-517712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3pPr>
            <a:lvl4pPr marL="2125697" marR="0" indent="-589121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4pPr>
            <a:lvl5pPr marL="3560341" marR="0" indent="-589121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5pPr>
            <a:lvl6pPr marL="4303145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6pPr>
            <a:lvl7pPr marL="5045952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7pPr>
            <a:lvl8pPr marL="5788754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8pPr>
            <a:lvl9pPr marL="6531561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9pPr>
          </a:lstStyle>
          <a:p>
            <a:pPr>
              <a:lnSpc>
                <a:spcPts val="8200"/>
              </a:lnSpc>
            </a:pPr>
            <a:r>
              <a:rPr lang="ru-RU" sz="7200" b="1" dirty="0">
                <a:latin typeface="Tinkoff Sans" panose="02000506050000020004" pitchFamily="2" charset="0"/>
              </a:rPr>
              <a:t>Основные примитивы многопоточности </a:t>
            </a:r>
            <a:endParaRPr lang="en-US" sz="7200" b="1" dirty="0">
              <a:latin typeface="Tinkoff Sans" panose="02000506050000020004" pitchFamily="2" charset="0"/>
            </a:endParaRPr>
          </a:p>
          <a:p>
            <a:pPr>
              <a:lnSpc>
                <a:spcPts val="8200"/>
              </a:lnSpc>
            </a:pPr>
            <a:r>
              <a:rPr lang="ru-RU" sz="7200" b="1" dirty="0">
                <a:latin typeface="Tinkoff Sans" panose="02000506050000020004" pitchFamily="2" charset="0"/>
              </a:rPr>
              <a:t>и их применение</a:t>
            </a:r>
            <a:endParaRPr lang="en-US" sz="7200" b="1" dirty="0">
              <a:latin typeface="Tinkoff Sans" panose="0200050605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6988843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1">
            <a:extLst>
              <a:ext uri="{FF2B5EF4-FFF2-40B4-BE49-F238E27FC236}">
                <a16:creationId xmlns:a16="http://schemas.microsoft.com/office/drawing/2014/main" id="{B49B6BCC-F49E-7E93-43C9-B3D7CD78BD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</p:spPr>
        <p:txBody>
          <a:bodyPr/>
          <a:lstStyle/>
          <a:p>
            <a:fld id="{86CB4B4D-7CA3-9044-876B-883B54F8677D}" type="slidenum">
              <a:rPr lang="ru-RU" smtClean="0"/>
              <a:pPr/>
              <a:t>2</a:t>
            </a:fld>
            <a:endParaRPr lang="ru-RU" dirty="0"/>
          </a:p>
        </p:txBody>
      </p:sp>
      <p:sp>
        <p:nvSpPr>
          <p:cNvPr id="2" name="Текст 17">
            <a:extLst>
              <a:ext uri="{FF2B5EF4-FFF2-40B4-BE49-F238E27FC236}">
                <a16:creationId xmlns:a16="http://schemas.microsoft.com/office/drawing/2014/main" id="{12A20E46-8A24-3742-5969-7AFB9A042AAE}"/>
              </a:ext>
            </a:extLst>
          </p:cNvPr>
          <p:cNvSpPr txBox="1">
            <a:spLocks/>
          </p:cNvSpPr>
          <p:nvPr/>
        </p:nvSpPr>
        <p:spPr>
          <a:xfrm>
            <a:off x="2457715" y="494014"/>
            <a:ext cx="15737900" cy="923330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marR="0" indent="11443" algn="l" defTabSz="411479" rtl="0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 sz="5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1pPr>
            <a:lvl2pPr marL="720000" marR="0" indent="-445133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2pPr>
            <a:lvl3pPr marL="1440000" marR="0" indent="-52606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3pPr>
            <a:lvl4pPr marL="2160000" marR="0" indent="-59862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4pPr>
            <a:lvl5pPr marL="3617794" marR="0" indent="-598628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5pPr>
            <a:lvl6pPr marL="4372585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6pPr>
            <a:lvl7pPr marL="5127377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7pPr>
            <a:lvl8pPr marL="5882168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8pPr>
            <a:lvl9pPr marL="6636960" marR="0" indent="-598627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9pPr>
          </a:lstStyle>
          <a:p>
            <a:pPr algn="ctr" hangingPunct="1"/>
            <a:r>
              <a:rPr lang="ru-RU" sz="6000" b="1" dirty="0">
                <a:latin typeface="Tinkoff Sans" panose="02000506050000020004" pitchFamily="2" charset="0"/>
              </a:rPr>
              <a:t>Что нас ждет на ближайших семинарах?</a:t>
            </a:r>
          </a:p>
        </p:txBody>
      </p:sp>
      <p:pic>
        <p:nvPicPr>
          <p:cNvPr id="8" name="Picture 2" descr="Reactive Programming in Java: How, Why, and Is It Worth Doing? Part II.  Reactivity | Reactive Programming in Java: How, Why, and Is It Worth Doing?  Part II. Reactivity">
            <a:extLst>
              <a:ext uri="{FF2B5EF4-FFF2-40B4-BE49-F238E27FC236}">
                <a16:creationId xmlns:a16="http://schemas.microsoft.com/office/drawing/2014/main" id="{7083B7B1-F253-34E7-57A3-5FCB9377E9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3612" y="3334341"/>
            <a:ext cx="12103683" cy="6155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54E4558-429F-BBDD-24FA-E4E8B1F6D2CE}"/>
              </a:ext>
            </a:extLst>
          </p:cNvPr>
          <p:cNvCxnSpPr>
            <a:cxnSpLocks/>
          </p:cNvCxnSpPr>
          <p:nvPr/>
        </p:nvCxnSpPr>
        <p:spPr>
          <a:xfrm flipV="1">
            <a:off x="4391085" y="2382592"/>
            <a:ext cx="0" cy="6986789"/>
          </a:xfrm>
          <a:prstGeom prst="straightConnector1">
            <a:avLst/>
          </a:prstGeom>
          <a:noFill/>
          <a:ln w="76200" cap="flat">
            <a:solidFill>
              <a:schemeClr val="bg1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B3EAD5B-9F10-73CC-2356-3FC07B0A102C}"/>
              </a:ext>
            </a:extLst>
          </p:cNvPr>
          <p:cNvSpPr txBox="1"/>
          <p:nvPr/>
        </p:nvSpPr>
        <p:spPr>
          <a:xfrm>
            <a:off x="719138" y="4456678"/>
            <a:ext cx="3478816" cy="224676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2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Ход развития наших познаний в области многопоточности </a:t>
            </a:r>
            <a:r>
              <a:rPr lang="ru-RU" sz="2800" dirty="0"/>
              <a:t>с каждым последующим семинаром</a:t>
            </a:r>
            <a:r>
              <a:rPr kumimoji="0" lang="ru-RU" sz="2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 </a:t>
            </a:r>
            <a:endParaRPr kumimoji="0" lang="en-RU" sz="2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9B67761-FF87-A9AD-3112-B086A9925FD6}"/>
              </a:ext>
            </a:extLst>
          </p:cNvPr>
          <p:cNvSpPr/>
          <p:nvPr/>
        </p:nvSpPr>
        <p:spPr>
          <a:xfrm>
            <a:off x="4700790" y="2382592"/>
            <a:ext cx="11500834" cy="811369"/>
          </a:xfrm>
          <a:prstGeom prst="rect">
            <a:avLst/>
          </a:prstGeom>
          <a:solidFill>
            <a:srgbClr val="92D050">
              <a:alpha val="19000"/>
            </a:srgbClr>
          </a:solidFill>
          <a:ln w="381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      </a:t>
            </a:r>
            <a:r>
              <a:rPr kumimoji="0" lang="en-RU" sz="2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Java 19 					</a:t>
            </a:r>
            <a:r>
              <a:rPr lang="en-RU" sz="2000" dirty="0"/>
              <a:t>      </a:t>
            </a:r>
            <a:r>
              <a:rPr kumimoji="0" lang="en-RU" sz="2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Green Threads &amp; Project Loom</a:t>
            </a:r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38FDDF54-2CD1-F706-E330-52AEEEF2EAE3}"/>
              </a:ext>
            </a:extLst>
          </p:cNvPr>
          <p:cNvSpPr/>
          <p:nvPr/>
        </p:nvSpPr>
        <p:spPr>
          <a:xfrm>
            <a:off x="16507295" y="8462355"/>
            <a:ext cx="434043" cy="907026"/>
          </a:xfrm>
          <a:prstGeom prst="rightBrac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RU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C7417A2D-A874-9BF7-DBD6-0E6C2271C6D4}"/>
              </a:ext>
            </a:extLst>
          </p:cNvPr>
          <p:cNvSpPr/>
          <p:nvPr/>
        </p:nvSpPr>
        <p:spPr>
          <a:xfrm>
            <a:off x="16507294" y="4788131"/>
            <a:ext cx="434043" cy="3334942"/>
          </a:xfrm>
          <a:prstGeom prst="rightBrac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RU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1A75DA-A7F3-C20A-90B8-6152550935D5}"/>
              </a:ext>
            </a:extLst>
          </p:cNvPr>
          <p:cNvSpPr txBox="1"/>
          <p:nvPr/>
        </p:nvSpPr>
        <p:spPr>
          <a:xfrm>
            <a:off x="16941338" y="6270937"/>
            <a:ext cx="1563888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12-ый семинар</a:t>
            </a:r>
            <a:endParaRPr kumimoji="0" lang="en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  <p:sp>
        <p:nvSpPr>
          <p:cNvPr id="11" name="Right Brace 10">
            <a:extLst>
              <a:ext uri="{FF2B5EF4-FFF2-40B4-BE49-F238E27FC236}">
                <a16:creationId xmlns:a16="http://schemas.microsoft.com/office/drawing/2014/main" id="{0D45382F-FE25-6FA1-54A0-58D506A04E9D}"/>
              </a:ext>
            </a:extLst>
          </p:cNvPr>
          <p:cNvSpPr/>
          <p:nvPr/>
        </p:nvSpPr>
        <p:spPr>
          <a:xfrm>
            <a:off x="16507293" y="2382592"/>
            <a:ext cx="434043" cy="2135600"/>
          </a:xfrm>
          <a:prstGeom prst="rightBrac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RU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C35A7C9-A69A-E993-325B-077B60467986}"/>
              </a:ext>
            </a:extLst>
          </p:cNvPr>
          <p:cNvSpPr txBox="1"/>
          <p:nvPr/>
        </p:nvSpPr>
        <p:spPr>
          <a:xfrm>
            <a:off x="17025558" y="3288900"/>
            <a:ext cx="1563888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13-ый семинар</a:t>
            </a:r>
            <a:endParaRPr kumimoji="0" lang="en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E7FFA33-1E69-D991-FAFC-784600612F68}"/>
              </a:ext>
            </a:extLst>
          </p:cNvPr>
          <p:cNvSpPr txBox="1"/>
          <p:nvPr/>
        </p:nvSpPr>
        <p:spPr>
          <a:xfrm>
            <a:off x="17025558" y="8623481"/>
            <a:ext cx="1597551" cy="5847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3200" dirty="0"/>
              <a:t>Сегодня!</a:t>
            </a:r>
            <a:endParaRPr kumimoji="0" lang="en-RU" sz="3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</p:spTree>
    <p:extLst>
      <p:ext uri="{BB962C8B-B14F-4D97-AF65-F5344CB8AC3E}">
        <p14:creationId xmlns:p14="http://schemas.microsoft.com/office/powerpoint/2010/main" val="1479584405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Уровень текста 1…">
            <a:extLst>
              <a:ext uri="{FF2B5EF4-FFF2-40B4-BE49-F238E27FC236}">
                <a16:creationId xmlns:a16="http://schemas.microsoft.com/office/drawing/2014/main" id="{9DEEC648-0998-3F41-96D2-4F8794EBD374}"/>
              </a:ext>
            </a:extLst>
          </p:cNvPr>
          <p:cNvSpPr txBox="1">
            <a:spLocks/>
          </p:cNvSpPr>
          <p:nvPr/>
        </p:nvSpPr>
        <p:spPr>
          <a:xfrm>
            <a:off x="7079418" y="719138"/>
            <a:ext cx="12000744" cy="83638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rIns="44997" numCol="1" spcCol="1080000"/>
          <a:lstStyle>
            <a:lvl1pPr marL="0" marR="0" indent="0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1pPr>
            <a:lvl2pPr marL="720000" marR="0" indent="-445133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2pPr>
            <a:lvl3pPr marL="1440000" marR="0" indent="-52606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3pPr>
            <a:lvl4pPr marL="2160000" marR="0" indent="-59862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4pPr>
            <a:lvl5pPr marL="3617794" marR="0" indent="-598628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5pPr>
            <a:lvl6pPr marL="4372585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6pPr>
            <a:lvl7pPr marL="5127377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7pPr>
            <a:lvl8pPr marL="5882168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8pPr>
            <a:lvl9pPr marL="6636960" marR="0" indent="-598627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9pPr>
          </a:lstStyle>
          <a:p>
            <a:pPr hangingPunct="1">
              <a:lnSpc>
                <a:spcPts val="4000"/>
              </a:lnSpc>
            </a:pPr>
            <a:r>
              <a:rPr lang="ru-RU" sz="4000" b="1" dirty="0"/>
              <a:t>Сегодня мы с вами</a:t>
            </a:r>
            <a:r>
              <a:rPr lang="en-US" sz="4000" b="1" dirty="0"/>
              <a:t>:</a:t>
            </a:r>
          </a:p>
          <a:p>
            <a:pPr marL="571500" indent="-571500" hangingPunct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3600" dirty="0"/>
              <a:t>обсудим, какие потоки бывают в </a:t>
            </a:r>
            <a:r>
              <a:rPr lang="en-US" sz="3600" dirty="0"/>
              <a:t>Java, </a:t>
            </a:r>
            <a:r>
              <a:rPr lang="ru-RU" sz="3600" dirty="0"/>
              <a:t>каков их жизненный путь и как мы с ними можем работать</a:t>
            </a:r>
          </a:p>
          <a:p>
            <a:pPr marL="571500" indent="-571500" hangingPunct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3600" dirty="0"/>
              <a:t>поговорим про одну из наиболее частых задач, которую приходится решать при разработке многопоточных приложений,   а именно – синхронизацию потоков</a:t>
            </a:r>
          </a:p>
          <a:p>
            <a:pPr marL="571500" indent="-571500" hangingPunct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3600" dirty="0"/>
              <a:t>уделим особое внимание </a:t>
            </a:r>
            <a:r>
              <a:rPr lang="en-US" sz="3600" dirty="0"/>
              <a:t>Java Memory Model - </a:t>
            </a:r>
            <a:r>
              <a:rPr lang="ru-RU" sz="3600" dirty="0">
                <a:effectLst/>
              </a:rPr>
              <a:t>обсудим, что </a:t>
            </a:r>
            <a:r>
              <a:rPr lang="ru-RU" sz="3600" dirty="0"/>
              <a:t>это </a:t>
            </a:r>
            <a:r>
              <a:rPr lang="ru-RU" sz="3600" dirty="0">
                <a:effectLst/>
              </a:rPr>
              <a:t>такое, какую роль играет ключевое слово </a:t>
            </a:r>
            <a:r>
              <a:rPr lang="en-GB" sz="3600" dirty="0">
                <a:effectLst/>
              </a:rPr>
              <a:t>volatile </a:t>
            </a:r>
            <a:r>
              <a:rPr lang="ru-RU" sz="3600" dirty="0">
                <a:effectLst/>
              </a:rPr>
              <a:t>и при чем тут атомарность операций</a:t>
            </a:r>
          </a:p>
        </p:txBody>
      </p:sp>
      <p:sp>
        <p:nvSpPr>
          <p:cNvPr id="5" name="Текст 17">
            <a:extLst>
              <a:ext uri="{FF2B5EF4-FFF2-40B4-BE49-F238E27FC236}">
                <a16:creationId xmlns:a16="http://schemas.microsoft.com/office/drawing/2014/main" id="{8C1A5A30-7EC7-944E-9B8F-8B81B8F8D92E}"/>
              </a:ext>
            </a:extLst>
          </p:cNvPr>
          <p:cNvSpPr txBox="1">
            <a:spLocks/>
          </p:cNvSpPr>
          <p:nvPr/>
        </p:nvSpPr>
        <p:spPr>
          <a:xfrm>
            <a:off x="719138" y="577303"/>
            <a:ext cx="5404519" cy="18466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marL="0" marR="0" indent="11443" algn="l" defTabSz="411479" rtl="0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 sz="5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1pPr>
            <a:lvl2pPr marL="720000" marR="0" indent="-445133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2pPr>
            <a:lvl3pPr marL="1440000" marR="0" indent="-52606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3pPr>
            <a:lvl4pPr marL="2160000" marR="0" indent="-59862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4pPr>
            <a:lvl5pPr marL="3617794" marR="0" indent="-598628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5pPr>
            <a:lvl6pPr marL="4372585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6pPr>
            <a:lvl7pPr marL="5127377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7pPr>
            <a:lvl8pPr marL="5882168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8pPr>
            <a:lvl9pPr marL="6636960" marR="0" indent="-598627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9pPr>
          </a:lstStyle>
          <a:p>
            <a:pPr hangingPunct="1"/>
            <a:r>
              <a:rPr lang="ru-RU" sz="6000" b="1" dirty="0">
                <a:latin typeface="Tinkoff Sans" panose="02000506050000020004" pitchFamily="2" charset="0"/>
              </a:rPr>
              <a:t>Что нас ждет сегодня?</a:t>
            </a:r>
          </a:p>
        </p:txBody>
      </p:sp>
      <p:sp>
        <p:nvSpPr>
          <p:cNvPr id="3" name="Номер слайда 1">
            <a:extLst>
              <a:ext uri="{FF2B5EF4-FFF2-40B4-BE49-F238E27FC236}">
                <a16:creationId xmlns:a16="http://schemas.microsoft.com/office/drawing/2014/main" id="{87FD4996-2652-DAFF-C6AD-38E2C3FF36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</p:spPr>
        <p:txBody>
          <a:bodyPr/>
          <a:lstStyle/>
          <a:p>
            <a:fld id="{86CB4B4D-7CA3-9044-876B-883B54F8677D}" type="slidenum">
              <a:rPr lang="ru-RU" smtClean="0"/>
              <a:pPr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66037267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1" name="Текст 22"/>
          <p:cNvSpPr txBox="1">
            <a:spLocks noGrp="1"/>
          </p:cNvSpPr>
          <p:nvPr>
            <p:ph type="body" sz="quarter" idx="1"/>
          </p:nvPr>
        </p:nvSpPr>
        <p:spPr>
          <a:xfrm>
            <a:off x="5536692" y="4504064"/>
            <a:ext cx="12126468" cy="2220585"/>
          </a:xfrm>
          <a:prstGeom prst="rect">
            <a:avLst/>
          </a:prstGeom>
        </p:spPr>
        <p:txBody>
          <a:bodyPr lIns="0" anchor="ctr" anchorCtr="0">
            <a:noAutofit/>
          </a:bodyPr>
          <a:lstStyle>
            <a:lvl1pPr>
              <a:defRPr sz="8000"/>
            </a:lvl1pPr>
          </a:lstStyle>
          <a:p>
            <a:pPr>
              <a:lnSpc>
                <a:spcPct val="100000"/>
              </a:lnSpc>
            </a:pPr>
            <a:r>
              <a:rPr lang="ru-RU" sz="5400" b="1" dirty="0">
                <a:latin typeface="Tinkoff Sans" panose="02000506050000020004" pitchFamily="2" charset="0"/>
              </a:rPr>
              <a:t>Потоки в </a:t>
            </a:r>
            <a:r>
              <a:rPr lang="en-US" sz="5400" b="1" dirty="0">
                <a:latin typeface="Tinkoff Sans" panose="02000506050000020004" pitchFamily="2" charset="0"/>
              </a:rPr>
              <a:t>Java</a:t>
            </a:r>
            <a:endParaRPr sz="5400" b="1" dirty="0">
              <a:latin typeface="Tinkoff Sans" panose="02000506050000020004" pitchFamily="2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D13592C-188F-5818-FDD5-F2F3FE7F00B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6368"/>
          <a:stretch/>
        </p:blipFill>
        <p:spPr>
          <a:xfrm>
            <a:off x="429391" y="719138"/>
            <a:ext cx="3747299" cy="135990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4BCF10F-EA36-E511-0636-41887B90D4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391" y="278503"/>
            <a:ext cx="3747298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487253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B3CA2F18-2A50-0CD4-4065-542CCB4E13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7731" y="904998"/>
            <a:ext cx="13743837" cy="9901474"/>
          </a:xfrm>
          <a:prstGeom prst="rect">
            <a:avLst/>
          </a:prstGeom>
        </p:spPr>
      </p:pic>
      <p:sp>
        <p:nvSpPr>
          <p:cNvPr id="3" name="Номер слайда 1">
            <a:extLst>
              <a:ext uri="{FF2B5EF4-FFF2-40B4-BE49-F238E27FC236}">
                <a16:creationId xmlns:a16="http://schemas.microsoft.com/office/drawing/2014/main" id="{B49B6BCC-F49E-7E93-43C9-B3D7CD78BD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</p:spPr>
        <p:txBody>
          <a:bodyPr/>
          <a:lstStyle/>
          <a:p>
            <a:fld id="{86CB4B4D-7CA3-9044-876B-883B54F8677D}" type="slidenum">
              <a:rPr lang="ru-RU" smtClean="0"/>
              <a:pPr/>
              <a:t>5</a:t>
            </a:fld>
            <a:endParaRPr lang="ru-RU" dirty="0"/>
          </a:p>
        </p:txBody>
      </p:sp>
      <p:sp>
        <p:nvSpPr>
          <p:cNvPr id="2" name="Текст 17">
            <a:extLst>
              <a:ext uri="{FF2B5EF4-FFF2-40B4-BE49-F238E27FC236}">
                <a16:creationId xmlns:a16="http://schemas.microsoft.com/office/drawing/2014/main" id="{12A20E46-8A24-3742-5969-7AFB9A042AAE}"/>
              </a:ext>
            </a:extLst>
          </p:cNvPr>
          <p:cNvSpPr txBox="1">
            <a:spLocks/>
          </p:cNvSpPr>
          <p:nvPr/>
        </p:nvSpPr>
        <p:spPr>
          <a:xfrm>
            <a:off x="719138" y="562637"/>
            <a:ext cx="16944022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marR="0" indent="11443" algn="l" defTabSz="411479" rtl="0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 sz="5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1pPr>
            <a:lvl2pPr marL="720000" marR="0" indent="-445133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2pPr>
            <a:lvl3pPr marL="1440000" marR="0" indent="-52606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3pPr>
            <a:lvl4pPr marL="2160000" marR="0" indent="-59862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4pPr>
            <a:lvl5pPr marL="3617794" marR="0" indent="-598628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5pPr>
            <a:lvl6pPr marL="4372585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6pPr>
            <a:lvl7pPr marL="5127377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7pPr>
            <a:lvl8pPr marL="5882168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8pPr>
            <a:lvl9pPr marL="6636960" marR="0" indent="-598627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9pPr>
          </a:lstStyle>
          <a:p>
            <a:pPr hangingPunct="1"/>
            <a:r>
              <a:rPr lang="ru-RU" sz="6000" b="1" dirty="0">
                <a:latin typeface="Tinkoff Sans" panose="02000506050000020004" pitchFamily="2" charset="0"/>
              </a:rPr>
              <a:t>Какие потоки бывают</a:t>
            </a:r>
            <a:r>
              <a:rPr lang="en-US" sz="6000" b="1" dirty="0">
                <a:latin typeface="Tinkoff Sans" panose="02000506050000020004" pitchFamily="2" charset="0"/>
              </a:rPr>
              <a:t> </a:t>
            </a:r>
            <a:r>
              <a:rPr lang="ru-RU" sz="6000" b="1" dirty="0">
                <a:latin typeface="Tinkoff Sans" panose="02000506050000020004" pitchFamily="2" charset="0"/>
              </a:rPr>
              <a:t>в </a:t>
            </a:r>
            <a:r>
              <a:rPr lang="en-US" sz="6000" b="1" dirty="0">
                <a:latin typeface="Tinkoff Sans" panose="02000506050000020004" pitchFamily="2" charset="0"/>
              </a:rPr>
              <a:t>Java</a:t>
            </a:r>
            <a:r>
              <a:rPr lang="ru-RU" sz="6000" b="1" dirty="0">
                <a:latin typeface="Tinkoff Sans" panose="02000506050000020004" pitchFamily="2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398432799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1">
            <a:extLst>
              <a:ext uri="{FF2B5EF4-FFF2-40B4-BE49-F238E27FC236}">
                <a16:creationId xmlns:a16="http://schemas.microsoft.com/office/drawing/2014/main" id="{B49B6BCC-F49E-7E93-43C9-B3D7CD78BD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</p:spPr>
        <p:txBody>
          <a:bodyPr/>
          <a:lstStyle/>
          <a:p>
            <a:fld id="{86CB4B4D-7CA3-9044-876B-883B54F8677D}" type="slidenum">
              <a:rPr lang="ru-RU" smtClean="0"/>
              <a:pPr/>
              <a:t>6</a:t>
            </a:fld>
            <a:endParaRPr lang="ru-RU" dirty="0"/>
          </a:p>
        </p:txBody>
      </p:sp>
      <p:sp>
        <p:nvSpPr>
          <p:cNvPr id="2" name="Текст 17">
            <a:extLst>
              <a:ext uri="{FF2B5EF4-FFF2-40B4-BE49-F238E27FC236}">
                <a16:creationId xmlns:a16="http://schemas.microsoft.com/office/drawing/2014/main" id="{12A20E46-8A24-3742-5969-7AFB9A042AAE}"/>
              </a:ext>
            </a:extLst>
          </p:cNvPr>
          <p:cNvSpPr txBox="1">
            <a:spLocks/>
          </p:cNvSpPr>
          <p:nvPr/>
        </p:nvSpPr>
        <p:spPr>
          <a:xfrm>
            <a:off x="719138" y="562637"/>
            <a:ext cx="16944022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marR="0" indent="11443" algn="l" defTabSz="411479" rtl="0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 sz="5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1pPr>
            <a:lvl2pPr marL="720000" marR="0" indent="-445133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2pPr>
            <a:lvl3pPr marL="1440000" marR="0" indent="-52606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3pPr>
            <a:lvl4pPr marL="2160000" marR="0" indent="-59862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4pPr>
            <a:lvl5pPr marL="3617794" marR="0" indent="-598628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5pPr>
            <a:lvl6pPr marL="4372585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6pPr>
            <a:lvl7pPr marL="5127377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7pPr>
            <a:lvl8pPr marL="5882168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8pPr>
            <a:lvl9pPr marL="6636960" marR="0" indent="-598627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9pPr>
          </a:lstStyle>
          <a:p>
            <a:pPr hangingPunct="1"/>
            <a:r>
              <a:rPr lang="ru-RU" sz="6000" b="1" dirty="0">
                <a:latin typeface="Tinkoff Sans" panose="02000506050000020004" pitchFamily="2" charset="0"/>
              </a:rPr>
              <a:t>Жизненный цикл потока</a:t>
            </a:r>
            <a:endParaRPr lang="en-US" sz="6000" b="1" dirty="0">
              <a:latin typeface="Tinkoff Sans" panose="02000506050000020004" pitchFamily="2" charset="0"/>
            </a:endParaRPr>
          </a:p>
        </p:txBody>
      </p:sp>
      <p:pic>
        <p:nvPicPr>
          <p:cNvPr id="4100" name="Picture 4" descr="Java 6 thread states and life cycle UML protocol state machine diagram  example.">
            <a:extLst>
              <a:ext uri="{FF2B5EF4-FFF2-40B4-BE49-F238E27FC236}">
                <a16:creationId xmlns:a16="http://schemas.microsoft.com/office/drawing/2014/main" id="{01C6B5F7-AA55-07ED-4DB3-7AAFA49DDA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9227" y="1498846"/>
            <a:ext cx="11560846" cy="91162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09680143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1">
            <a:extLst>
              <a:ext uri="{FF2B5EF4-FFF2-40B4-BE49-F238E27FC236}">
                <a16:creationId xmlns:a16="http://schemas.microsoft.com/office/drawing/2014/main" id="{B49B6BCC-F49E-7E93-43C9-B3D7CD78BD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</p:spPr>
        <p:txBody>
          <a:bodyPr/>
          <a:lstStyle/>
          <a:p>
            <a:fld id="{86CB4B4D-7CA3-9044-876B-883B54F8677D}" type="slidenum">
              <a:rPr lang="ru-RU" smtClean="0"/>
              <a:pPr/>
              <a:t>7</a:t>
            </a:fld>
            <a:endParaRPr lang="ru-RU" dirty="0"/>
          </a:p>
        </p:txBody>
      </p:sp>
      <p:sp>
        <p:nvSpPr>
          <p:cNvPr id="2" name="Текст 17">
            <a:extLst>
              <a:ext uri="{FF2B5EF4-FFF2-40B4-BE49-F238E27FC236}">
                <a16:creationId xmlns:a16="http://schemas.microsoft.com/office/drawing/2014/main" id="{12A20E46-8A24-3742-5969-7AFB9A042AAE}"/>
              </a:ext>
            </a:extLst>
          </p:cNvPr>
          <p:cNvSpPr txBox="1">
            <a:spLocks/>
          </p:cNvSpPr>
          <p:nvPr/>
        </p:nvSpPr>
        <p:spPr>
          <a:xfrm>
            <a:off x="719138" y="562637"/>
            <a:ext cx="16944022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marR="0" indent="11443" algn="l" defTabSz="411479" rtl="0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 sz="5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1pPr>
            <a:lvl2pPr marL="720000" marR="0" indent="-445133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2pPr>
            <a:lvl3pPr marL="1440000" marR="0" indent="-52606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3pPr>
            <a:lvl4pPr marL="2160000" marR="0" indent="-59862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4pPr>
            <a:lvl5pPr marL="3617794" marR="0" indent="-598628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5pPr>
            <a:lvl6pPr marL="4372585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6pPr>
            <a:lvl7pPr marL="5127377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7pPr>
            <a:lvl8pPr marL="5882168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8pPr>
            <a:lvl9pPr marL="6636960" marR="0" indent="-598627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9pPr>
          </a:lstStyle>
          <a:p>
            <a:pPr hangingPunct="1"/>
            <a:r>
              <a:rPr lang="ru-RU" sz="6000" b="1" dirty="0">
                <a:latin typeface="Tinkoff Sans" panose="02000506050000020004" pitchFamily="2" charset="0"/>
              </a:rPr>
              <a:t>Состояния </a:t>
            </a:r>
            <a:r>
              <a:rPr lang="en-US" sz="6000" b="1" dirty="0">
                <a:latin typeface="Tinkoff Sans" panose="02000506050000020004" pitchFamily="2" charset="0"/>
              </a:rPr>
              <a:t>Ready &amp; Running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BC2E2AF8-A366-89ED-480F-F489272FCC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9138" y="1655762"/>
            <a:ext cx="11979852" cy="87852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39DE78A-99EF-79E1-592A-8722E6038088}"/>
              </a:ext>
            </a:extLst>
          </p:cNvPr>
          <p:cNvSpPr txBox="1"/>
          <p:nvPr/>
        </p:nvSpPr>
        <p:spPr>
          <a:xfrm>
            <a:off x="13267113" y="1655763"/>
            <a:ext cx="5813050" cy="82791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2800" dirty="0"/>
              <a:t>Классический поток в </a:t>
            </a:r>
            <a:r>
              <a:rPr lang="en-US" sz="2800" dirty="0"/>
              <a:t>Java – </a:t>
            </a:r>
            <a:r>
              <a:rPr lang="ru-RU" sz="2800" dirty="0"/>
              <a:t>это обертка над потоком в ОС. Поэтому, как и со всеми другими потоками, за его исполнение на </a:t>
            </a:r>
            <a:r>
              <a:rPr lang="en-US" sz="2800" dirty="0"/>
              <a:t>CPU </a:t>
            </a:r>
            <a:r>
              <a:rPr lang="ru-RU" sz="2800" dirty="0"/>
              <a:t>отвечает так называемый </a:t>
            </a:r>
            <a:r>
              <a:rPr lang="en-US" sz="2800" b="1" dirty="0"/>
              <a:t>Thread Scheduler</a:t>
            </a:r>
            <a:r>
              <a:rPr lang="en-US" sz="2800" dirty="0"/>
              <a:t>, </a:t>
            </a:r>
            <a:r>
              <a:rPr lang="ru-RU" sz="2800" dirty="0"/>
              <a:t>реализация и алгоритм работы которого может отличаться в зависимости от ОС. </a:t>
            </a:r>
          </a:p>
          <a:p>
            <a:pPr marL="0" marR="0" indent="0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  <a:p>
            <a:pPr marL="0" marR="0" indent="0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ru-RU" sz="2800" dirty="0"/>
          </a:p>
          <a:p>
            <a:pPr marL="0" marR="0" indent="0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  <a:p>
            <a:pPr marL="0" marR="0" indent="0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ru-RU" sz="2800" dirty="0"/>
          </a:p>
          <a:p>
            <a:pPr marL="0" marR="0" indent="0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  <a:p>
            <a:pPr marL="0" marR="0" indent="0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ru-RU" sz="2800" dirty="0"/>
          </a:p>
          <a:p>
            <a:pPr marL="0" marR="0" indent="0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  <a:p>
            <a:pPr marL="0" marR="0" indent="0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2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Какой поток будет передан на исполнение в </a:t>
            </a: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CPU </a:t>
            </a:r>
            <a:r>
              <a:rPr kumimoji="0" lang="ru-RU" sz="2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зависит от</a:t>
            </a: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:</a:t>
            </a:r>
            <a:endParaRPr kumimoji="0" lang="ru-RU" sz="2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  <a:p>
            <a:pPr marL="457200" marR="0" indent="-457200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sz="2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алгоритма работы </a:t>
            </a: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Scheduler’</a:t>
            </a:r>
            <a:r>
              <a:rPr kumimoji="0" lang="ru-RU" sz="2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а</a:t>
            </a:r>
          </a:p>
          <a:p>
            <a:pPr marL="457200" marR="0" indent="-457200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sz="2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приоритета потока</a:t>
            </a:r>
            <a:endParaRPr kumimoji="0" lang="en-RU" sz="2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</p:spTree>
    <p:extLst>
      <p:ext uri="{BB962C8B-B14F-4D97-AF65-F5344CB8AC3E}">
        <p14:creationId xmlns:p14="http://schemas.microsoft.com/office/powerpoint/2010/main" val="1926132730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1">
            <a:extLst>
              <a:ext uri="{FF2B5EF4-FFF2-40B4-BE49-F238E27FC236}">
                <a16:creationId xmlns:a16="http://schemas.microsoft.com/office/drawing/2014/main" id="{B49B6BCC-F49E-7E93-43C9-B3D7CD78BD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</p:spPr>
        <p:txBody>
          <a:bodyPr/>
          <a:lstStyle/>
          <a:p>
            <a:fld id="{86CB4B4D-7CA3-9044-876B-883B54F8677D}" type="slidenum">
              <a:rPr lang="ru-RU" smtClean="0"/>
              <a:pPr/>
              <a:t>8</a:t>
            </a:fld>
            <a:endParaRPr lang="ru-RU" dirty="0"/>
          </a:p>
        </p:txBody>
      </p:sp>
      <p:sp>
        <p:nvSpPr>
          <p:cNvPr id="2" name="Текст 17">
            <a:extLst>
              <a:ext uri="{FF2B5EF4-FFF2-40B4-BE49-F238E27FC236}">
                <a16:creationId xmlns:a16="http://schemas.microsoft.com/office/drawing/2014/main" id="{12A20E46-8A24-3742-5969-7AFB9A042AAE}"/>
              </a:ext>
            </a:extLst>
          </p:cNvPr>
          <p:cNvSpPr txBox="1">
            <a:spLocks/>
          </p:cNvSpPr>
          <p:nvPr/>
        </p:nvSpPr>
        <p:spPr>
          <a:xfrm>
            <a:off x="719138" y="562637"/>
            <a:ext cx="16944022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marR="0" indent="11443" algn="l" defTabSz="411479" rtl="0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 sz="5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1pPr>
            <a:lvl2pPr marL="720000" marR="0" indent="-445133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2pPr>
            <a:lvl3pPr marL="1440000" marR="0" indent="-52606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3pPr>
            <a:lvl4pPr marL="2160000" marR="0" indent="-59862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4pPr>
            <a:lvl5pPr marL="3617794" marR="0" indent="-598628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5pPr>
            <a:lvl6pPr marL="4372585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6pPr>
            <a:lvl7pPr marL="5127377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7pPr>
            <a:lvl8pPr marL="5882168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8pPr>
            <a:lvl9pPr marL="6636960" marR="0" indent="-598627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9pPr>
          </a:lstStyle>
          <a:p>
            <a:pPr hangingPunct="1"/>
            <a:r>
              <a:rPr lang="ru-RU" sz="6000" b="1" dirty="0">
                <a:latin typeface="Tinkoff Sans" panose="02000506050000020004" pitchFamily="2" charset="0"/>
              </a:rPr>
              <a:t>Что насчет других состояний?</a:t>
            </a:r>
            <a:endParaRPr lang="en-US" sz="6000" b="1" dirty="0">
              <a:latin typeface="Tinkoff Sans" panose="02000506050000020004" pitchFamily="2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BC65B1A-91FD-7BA2-6CAA-51B5D1253F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9138" y="1988272"/>
            <a:ext cx="13221230" cy="816778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B81B403-F650-8EFD-DE43-581FF5A8F2F6}"/>
              </a:ext>
            </a:extLst>
          </p:cNvPr>
          <p:cNvSpPr txBox="1"/>
          <p:nvPr/>
        </p:nvSpPr>
        <p:spPr>
          <a:xfrm>
            <a:off x="14613775" y="1988272"/>
            <a:ext cx="4322618" cy="267765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2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Сегодня мы посмотрим на все эти состояния, а последнему уделим особо много внимания, когда речь пойдет про реактивное программирование. </a:t>
            </a:r>
            <a:endParaRPr kumimoji="0" lang="en-RU" sz="2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</p:spTree>
    <p:extLst>
      <p:ext uri="{BB962C8B-B14F-4D97-AF65-F5344CB8AC3E}">
        <p14:creationId xmlns:p14="http://schemas.microsoft.com/office/powerpoint/2010/main" val="1650842011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1" name="Текст 22"/>
          <p:cNvSpPr txBox="1">
            <a:spLocks noGrp="1"/>
          </p:cNvSpPr>
          <p:nvPr>
            <p:ph type="body" sz="quarter" idx="1"/>
          </p:nvPr>
        </p:nvSpPr>
        <p:spPr>
          <a:xfrm>
            <a:off x="5536692" y="4504064"/>
            <a:ext cx="12126468" cy="2220585"/>
          </a:xfrm>
          <a:prstGeom prst="rect">
            <a:avLst/>
          </a:prstGeom>
        </p:spPr>
        <p:txBody>
          <a:bodyPr lIns="0" anchor="ctr" anchorCtr="0">
            <a:noAutofit/>
          </a:bodyPr>
          <a:lstStyle>
            <a:lvl1pPr>
              <a:defRPr sz="8000"/>
            </a:lvl1pPr>
          </a:lstStyle>
          <a:p>
            <a:pPr>
              <a:lnSpc>
                <a:spcPct val="100000"/>
              </a:lnSpc>
            </a:pPr>
            <a:r>
              <a:rPr lang="ru-RU" sz="5400" b="1" dirty="0">
                <a:latin typeface="Tinkoff Sans" panose="02000506050000020004" pitchFamily="2" charset="0"/>
              </a:rPr>
              <a:t>Работа с потоками</a:t>
            </a:r>
            <a:endParaRPr sz="5400" b="1" dirty="0">
              <a:latin typeface="Tinkoff Sans" panose="02000506050000020004" pitchFamily="2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D13592C-188F-5818-FDD5-F2F3FE7F00B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6368"/>
          <a:stretch/>
        </p:blipFill>
        <p:spPr>
          <a:xfrm>
            <a:off x="429391" y="719138"/>
            <a:ext cx="3747299" cy="135990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4BCF10F-EA36-E511-0636-41887B90D4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391" y="278503"/>
            <a:ext cx="3747298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711395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1">
            <a:extLst>
              <a:ext uri="{FF2B5EF4-FFF2-40B4-BE49-F238E27FC236}">
                <a16:creationId xmlns:a16="http://schemas.microsoft.com/office/drawing/2014/main" id="{B49B6BCC-F49E-7E93-43C9-B3D7CD78BD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</p:spPr>
        <p:txBody>
          <a:bodyPr/>
          <a:lstStyle/>
          <a:p>
            <a:fld id="{86CB4B4D-7CA3-9044-876B-883B54F8677D}" type="slidenum">
              <a:rPr lang="ru-RU" smtClean="0"/>
              <a:pPr/>
              <a:t>10</a:t>
            </a:fld>
            <a:endParaRPr lang="ru-RU" dirty="0"/>
          </a:p>
        </p:txBody>
      </p:sp>
      <p:sp>
        <p:nvSpPr>
          <p:cNvPr id="2" name="Текст 17">
            <a:extLst>
              <a:ext uri="{FF2B5EF4-FFF2-40B4-BE49-F238E27FC236}">
                <a16:creationId xmlns:a16="http://schemas.microsoft.com/office/drawing/2014/main" id="{12A20E46-8A24-3742-5969-7AFB9A042AAE}"/>
              </a:ext>
            </a:extLst>
          </p:cNvPr>
          <p:cNvSpPr txBox="1">
            <a:spLocks/>
          </p:cNvSpPr>
          <p:nvPr/>
        </p:nvSpPr>
        <p:spPr>
          <a:xfrm>
            <a:off x="719138" y="562637"/>
            <a:ext cx="16944022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marR="0" indent="11443" algn="l" defTabSz="411479" rtl="0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 sz="5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1pPr>
            <a:lvl2pPr marL="720000" marR="0" indent="-445133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2pPr>
            <a:lvl3pPr marL="1440000" marR="0" indent="-52606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3pPr>
            <a:lvl4pPr marL="2160000" marR="0" indent="-59862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4pPr>
            <a:lvl5pPr marL="3617794" marR="0" indent="-598628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5pPr>
            <a:lvl6pPr marL="4372585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6pPr>
            <a:lvl7pPr marL="5127377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7pPr>
            <a:lvl8pPr marL="5882168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8pPr>
            <a:lvl9pPr marL="6636960" marR="0" indent="-598627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9pPr>
          </a:lstStyle>
          <a:p>
            <a:pPr hangingPunct="1"/>
            <a:r>
              <a:rPr lang="ru-RU" sz="6000" b="1" dirty="0">
                <a:latin typeface="Tinkoff Sans" panose="02000506050000020004" pitchFamily="2" charset="0"/>
              </a:rPr>
              <a:t>Создание потоков</a:t>
            </a:r>
            <a:r>
              <a:rPr lang="en-US" sz="6000" b="1" dirty="0">
                <a:latin typeface="Tinkoff Sans" panose="02000506050000020004" pitchFamily="2" charset="0"/>
              </a:rPr>
              <a:t> </a:t>
            </a:r>
            <a:r>
              <a:rPr lang="en-US" sz="4000" b="1" dirty="0">
                <a:latin typeface="Tinkoff Sans" panose="02000506050000020004" pitchFamily="2" charset="0"/>
              </a:rPr>
              <a:t>(</a:t>
            </a:r>
            <a:r>
              <a:rPr lang="ru-RU" sz="4000" b="1" dirty="0">
                <a:latin typeface="Tinkoff Sans" panose="02000506050000020004" pitchFamily="2" charset="0"/>
              </a:rPr>
              <a:t>олдскульный вариант)</a:t>
            </a:r>
            <a:endParaRPr lang="ru-RU" sz="6000" b="1" dirty="0">
              <a:latin typeface="Tinkoff Sans" panose="02000506050000020004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C40103-BC2D-D53A-377C-FD7742D2F759}"/>
              </a:ext>
            </a:extLst>
          </p:cNvPr>
          <p:cNvSpPr txBox="1"/>
          <p:nvPr/>
        </p:nvSpPr>
        <p:spPr>
          <a:xfrm>
            <a:off x="12062859" y="2132766"/>
            <a:ext cx="7017304" cy="224676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“</a:t>
            </a:r>
            <a:r>
              <a:rPr kumimoji="0" lang="ru-RU" sz="2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Устаревший</a:t>
            </a: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” </a:t>
            </a:r>
            <a:r>
              <a:rPr kumimoji="0" lang="ru-RU" sz="2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способ создания </a:t>
            </a:r>
            <a:r>
              <a:rPr lang="ru-RU" sz="2800" dirty="0"/>
              <a:t>и запуска потока путем передачи лямбда-выражения, которое реализует интерфейс </a:t>
            </a:r>
            <a:r>
              <a:rPr lang="en-US" sz="2800" dirty="0"/>
              <a:t>Runnable. </a:t>
            </a:r>
            <a:r>
              <a:rPr lang="ru-RU" sz="2800" dirty="0"/>
              <a:t>При этом, чтобы запустить поток – нужно отдельно вызвать метод </a:t>
            </a:r>
            <a:r>
              <a:rPr lang="en-US" sz="2800" dirty="0"/>
              <a:t>start.  </a:t>
            </a:r>
            <a:endParaRPr kumimoji="0" lang="en-RU" sz="2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3FE616-D2E4-68B5-373B-6C1A4859AB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03083" y="5289727"/>
            <a:ext cx="5802284" cy="298172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4B5B54F-6F53-1008-0216-3B83EEA6ACC1}"/>
              </a:ext>
            </a:extLst>
          </p:cNvPr>
          <p:cNvSpPr txBox="1"/>
          <p:nvPr/>
        </p:nvSpPr>
        <p:spPr>
          <a:xfrm>
            <a:off x="11789403" y="9796781"/>
            <a:ext cx="7017304" cy="5232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2800" dirty="0"/>
              <a:t>Какие неудобства вы видите в таком подходе?</a:t>
            </a:r>
            <a:endParaRPr kumimoji="0" lang="en-RU" sz="2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2CA4190-3F53-C1BB-7239-C66FE6BC92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662" y="2132766"/>
            <a:ext cx="10940741" cy="4902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302861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1">
            <a:extLst>
              <a:ext uri="{FF2B5EF4-FFF2-40B4-BE49-F238E27FC236}">
                <a16:creationId xmlns:a16="http://schemas.microsoft.com/office/drawing/2014/main" id="{B49B6BCC-F49E-7E93-43C9-B3D7CD78BD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</p:spPr>
        <p:txBody>
          <a:bodyPr/>
          <a:lstStyle/>
          <a:p>
            <a:fld id="{86CB4B4D-7CA3-9044-876B-883B54F8677D}" type="slidenum">
              <a:rPr lang="ru-RU" smtClean="0"/>
              <a:pPr/>
              <a:t>11</a:t>
            </a:fld>
            <a:endParaRPr lang="ru-RU" dirty="0"/>
          </a:p>
        </p:txBody>
      </p:sp>
      <p:sp>
        <p:nvSpPr>
          <p:cNvPr id="2" name="Текст 17">
            <a:extLst>
              <a:ext uri="{FF2B5EF4-FFF2-40B4-BE49-F238E27FC236}">
                <a16:creationId xmlns:a16="http://schemas.microsoft.com/office/drawing/2014/main" id="{12A20E46-8A24-3742-5969-7AFB9A042AAE}"/>
              </a:ext>
            </a:extLst>
          </p:cNvPr>
          <p:cNvSpPr txBox="1">
            <a:spLocks/>
          </p:cNvSpPr>
          <p:nvPr/>
        </p:nvSpPr>
        <p:spPr>
          <a:xfrm>
            <a:off x="719138" y="562637"/>
            <a:ext cx="16944022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marR="0" indent="11443" algn="l" defTabSz="411479" rtl="0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 sz="5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1pPr>
            <a:lvl2pPr marL="720000" marR="0" indent="-445133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2pPr>
            <a:lvl3pPr marL="1440000" marR="0" indent="-52606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3pPr>
            <a:lvl4pPr marL="2160000" marR="0" indent="-59862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4pPr>
            <a:lvl5pPr marL="3617794" marR="0" indent="-598628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5pPr>
            <a:lvl6pPr marL="4372585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6pPr>
            <a:lvl7pPr marL="5127377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7pPr>
            <a:lvl8pPr marL="5882168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8pPr>
            <a:lvl9pPr marL="6636960" marR="0" indent="-598627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9pPr>
          </a:lstStyle>
          <a:p>
            <a:pPr hangingPunct="1"/>
            <a:r>
              <a:rPr lang="ru-RU" sz="6000" b="1" dirty="0">
                <a:latin typeface="Tinkoff Sans" panose="02000506050000020004" pitchFamily="2" charset="0"/>
              </a:rPr>
              <a:t>Создание потоков</a:t>
            </a:r>
            <a:r>
              <a:rPr lang="en-US" sz="6000" b="1" dirty="0">
                <a:latin typeface="Tinkoff Sans" panose="02000506050000020004" pitchFamily="2" charset="0"/>
              </a:rPr>
              <a:t> </a:t>
            </a:r>
            <a:r>
              <a:rPr lang="en-US" sz="4000" b="1" dirty="0">
                <a:latin typeface="Tinkoff Sans" panose="02000506050000020004" pitchFamily="2" charset="0"/>
              </a:rPr>
              <a:t>(</a:t>
            </a:r>
            <a:r>
              <a:rPr lang="ru-RU" sz="4000" b="1" dirty="0">
                <a:latin typeface="Tinkoff Sans" panose="02000506050000020004" pitchFamily="2" charset="0"/>
              </a:rPr>
              <a:t>современный вариант – </a:t>
            </a:r>
            <a:r>
              <a:rPr lang="en-US" sz="4000" b="1" dirty="0">
                <a:latin typeface="Tinkoff Sans" panose="02000506050000020004" pitchFamily="2" charset="0"/>
              </a:rPr>
              <a:t>Java 21+</a:t>
            </a:r>
            <a:r>
              <a:rPr lang="ru-RU" sz="4000" b="1" dirty="0">
                <a:latin typeface="Tinkoff Sans" panose="02000506050000020004" pitchFamily="2" charset="0"/>
              </a:rPr>
              <a:t>)</a:t>
            </a:r>
            <a:endParaRPr lang="ru-RU" sz="6000" b="1" dirty="0">
              <a:latin typeface="Tinkoff Sans" panose="02000506050000020004" pitchFamily="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579BBDF-2FD3-E86F-58B2-BD747E88DC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914" y="2258666"/>
            <a:ext cx="7696200" cy="69088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027A76E-6CBA-1320-FFAC-BC27C1D9E4F0}"/>
              </a:ext>
            </a:extLst>
          </p:cNvPr>
          <p:cNvSpPr txBox="1"/>
          <p:nvPr/>
        </p:nvSpPr>
        <p:spPr>
          <a:xfrm>
            <a:off x="10424160" y="2177935"/>
            <a:ext cx="8512233" cy="772519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2800" dirty="0"/>
              <a:t>В </a:t>
            </a:r>
            <a:r>
              <a:rPr lang="en-US" sz="2800" dirty="0"/>
              <a:t>Java </a:t>
            </a:r>
            <a:r>
              <a:rPr lang="ru-RU" sz="2800" dirty="0"/>
              <a:t>21 добавлен набор классов, реализующих паттерн </a:t>
            </a:r>
            <a:r>
              <a:rPr lang="en-US" sz="2800" dirty="0"/>
              <a:t>Builder, </a:t>
            </a:r>
            <a:r>
              <a:rPr lang="ru-RU" sz="2800" dirty="0"/>
              <a:t>которые позволяют гораздо удобнее создавать и сразу же запускать потоки. </a:t>
            </a: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800" b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2800" dirty="0"/>
              <a:t>На выбор два варианта</a:t>
            </a:r>
            <a:r>
              <a:rPr lang="en-US" sz="2800" dirty="0"/>
              <a:t>:</a:t>
            </a:r>
          </a:p>
          <a:p>
            <a:pPr marL="457200" marR="0" indent="-457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2800" b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ofPlatform</a:t>
            </a:r>
            <a:r>
              <a:rPr kumimoji="0" lang="en-US" sz="2800" b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 – </a:t>
            </a:r>
            <a:r>
              <a:rPr kumimoji="0" lang="ru-RU" sz="2800" b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позволяет создавать тяжеловесные платформенные потоки</a:t>
            </a:r>
          </a:p>
          <a:p>
            <a:pPr marL="457200" marR="0" indent="-457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800" dirty="0" err="1"/>
              <a:t>ofVirtual</a:t>
            </a:r>
            <a:r>
              <a:rPr lang="en-US" sz="2800" dirty="0"/>
              <a:t> – </a:t>
            </a:r>
            <a:r>
              <a:rPr lang="ru-RU" sz="2800" dirty="0"/>
              <a:t>позволяет создавать легковесные виртуальные потоки</a:t>
            </a:r>
          </a:p>
          <a:p>
            <a:pPr marL="457200" marR="0" indent="-457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ru-RU" sz="2800" b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  <a:p>
            <a:pPr marR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ru-RU" sz="2800" dirty="0"/>
              <a:t>В качестве аналога метода </a:t>
            </a:r>
            <a:r>
              <a:rPr lang="en-US" sz="2800" dirty="0"/>
              <a:t>build, </a:t>
            </a:r>
            <a:r>
              <a:rPr lang="ru-RU" sz="2800" dirty="0"/>
              <a:t>есть два других – метод </a:t>
            </a:r>
            <a:r>
              <a:rPr lang="en-US" sz="2800" dirty="0"/>
              <a:t>start </a:t>
            </a:r>
            <a:r>
              <a:rPr lang="ru-RU" sz="2800" dirty="0"/>
              <a:t>и метод </a:t>
            </a:r>
            <a:r>
              <a:rPr lang="en-US" sz="2800" dirty="0" err="1"/>
              <a:t>unstarted</a:t>
            </a:r>
            <a:r>
              <a:rPr lang="en-US" sz="2800" dirty="0"/>
              <a:t>. </a:t>
            </a:r>
            <a:r>
              <a:rPr lang="ru-RU" sz="2800" dirty="0"/>
              <a:t>Второй используется в том случае, если вам по какой-то причине не нужно сразу стартовать поток. </a:t>
            </a:r>
          </a:p>
          <a:p>
            <a:pPr marR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endParaRPr kumimoji="0" lang="ru-RU" sz="2800" b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  <a:p>
            <a:pPr marR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endParaRPr lang="ru-RU" sz="2800" dirty="0"/>
          </a:p>
          <a:p>
            <a:pPr marR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sz="2400" dirty="0"/>
              <a:t>* </a:t>
            </a:r>
            <a:r>
              <a:rPr kumimoji="0" lang="ru-RU" sz="2400" b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От использования не </a:t>
            </a:r>
            <a:r>
              <a:rPr lang="ru-RU" sz="2400" dirty="0"/>
              <a:t>особо удобного интерфейса </a:t>
            </a:r>
            <a:r>
              <a:rPr lang="en-US" sz="2400" dirty="0"/>
              <a:t>Runnable, </a:t>
            </a:r>
            <a:r>
              <a:rPr lang="ru-RU" sz="2400" dirty="0"/>
              <a:t>к сожалению, так и не отказались в угоду обратной совместимости. </a:t>
            </a:r>
            <a:endParaRPr kumimoji="0" lang="en-RU" sz="2400" b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</p:spTree>
    <p:extLst>
      <p:ext uri="{BB962C8B-B14F-4D97-AF65-F5344CB8AC3E}">
        <p14:creationId xmlns:p14="http://schemas.microsoft.com/office/powerpoint/2010/main" val="2205561195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1">
            <a:extLst>
              <a:ext uri="{FF2B5EF4-FFF2-40B4-BE49-F238E27FC236}">
                <a16:creationId xmlns:a16="http://schemas.microsoft.com/office/drawing/2014/main" id="{B49B6BCC-F49E-7E93-43C9-B3D7CD78BD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</p:spPr>
        <p:txBody>
          <a:bodyPr/>
          <a:lstStyle/>
          <a:p>
            <a:fld id="{86CB4B4D-7CA3-9044-876B-883B54F8677D}" type="slidenum">
              <a:rPr lang="ru-RU" smtClean="0"/>
              <a:pPr/>
              <a:t>12</a:t>
            </a:fld>
            <a:endParaRPr lang="ru-RU" dirty="0"/>
          </a:p>
        </p:txBody>
      </p:sp>
      <p:sp>
        <p:nvSpPr>
          <p:cNvPr id="2" name="Текст 17">
            <a:extLst>
              <a:ext uri="{FF2B5EF4-FFF2-40B4-BE49-F238E27FC236}">
                <a16:creationId xmlns:a16="http://schemas.microsoft.com/office/drawing/2014/main" id="{12A20E46-8A24-3742-5969-7AFB9A042AAE}"/>
              </a:ext>
            </a:extLst>
          </p:cNvPr>
          <p:cNvSpPr txBox="1">
            <a:spLocks/>
          </p:cNvSpPr>
          <p:nvPr/>
        </p:nvSpPr>
        <p:spPr>
          <a:xfrm>
            <a:off x="719138" y="562637"/>
            <a:ext cx="16944022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marR="0" indent="11443" algn="l" defTabSz="411479" rtl="0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 sz="5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1pPr>
            <a:lvl2pPr marL="720000" marR="0" indent="-445133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2pPr>
            <a:lvl3pPr marL="1440000" marR="0" indent="-52606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3pPr>
            <a:lvl4pPr marL="2160000" marR="0" indent="-59862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4pPr>
            <a:lvl5pPr marL="3617794" marR="0" indent="-598628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5pPr>
            <a:lvl6pPr marL="4372585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6pPr>
            <a:lvl7pPr marL="5127377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7pPr>
            <a:lvl8pPr marL="5882168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8pPr>
            <a:lvl9pPr marL="6636960" marR="0" indent="-598627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9pPr>
          </a:lstStyle>
          <a:p>
            <a:pPr hangingPunct="1"/>
            <a:r>
              <a:rPr lang="ru-RU" sz="6000" b="1" dirty="0">
                <a:latin typeface="Tinkoff Sans" panose="02000506050000020004" pitchFamily="2" charset="0"/>
              </a:rPr>
              <a:t>Приоритет потока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F54CEA-5957-3E66-FE25-484F909059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9650" y="2277715"/>
            <a:ext cx="8665962" cy="627535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28B4CDA-F4A5-0B5D-12BB-D48A13863D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6237" y="2277715"/>
            <a:ext cx="7771650" cy="377394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59F2A91-0F44-98CE-FC51-873399586452}"/>
              </a:ext>
            </a:extLst>
          </p:cNvPr>
          <p:cNvSpPr txBox="1"/>
          <p:nvPr/>
        </p:nvSpPr>
        <p:spPr>
          <a:xfrm>
            <a:off x="926237" y="6592288"/>
            <a:ext cx="7547957" cy="267765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2800" dirty="0"/>
              <a:t>При создании платформенного потока, помимо всего прочего, мы можем явно указать его приоритет.  Это необходимо для приоритезации потока, дабы ОС выделила ему </a:t>
            </a:r>
            <a:r>
              <a:rPr lang="ru-RU" sz="2800" dirty="0" err="1"/>
              <a:t>бОльшее</a:t>
            </a:r>
            <a:r>
              <a:rPr lang="ru-RU" sz="2800" dirty="0"/>
              <a:t> кол-во ресурсов. </a:t>
            </a:r>
            <a:r>
              <a:rPr lang="ru-RU" sz="2800" b="1" dirty="0"/>
              <a:t>Однако к его выбору необходимо подходить обдуманно.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15CB75-F165-539F-0A5B-67F554F9A9A6}"/>
              </a:ext>
            </a:extLst>
          </p:cNvPr>
          <p:cNvSpPr txBox="1"/>
          <p:nvPr/>
        </p:nvSpPr>
        <p:spPr>
          <a:xfrm>
            <a:off x="10878240" y="8117394"/>
            <a:ext cx="8201923" cy="5232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2800" dirty="0"/>
              <a:t>В </a:t>
            </a:r>
            <a:r>
              <a:rPr lang="en-US" sz="2800" dirty="0"/>
              <a:t>Java </a:t>
            </a:r>
            <a:r>
              <a:rPr lang="ru-RU" sz="2800" dirty="0"/>
              <a:t>приоритет потока – значение типа </a:t>
            </a:r>
            <a:r>
              <a:rPr lang="en-US" sz="2800" dirty="0"/>
              <a:t>int </a:t>
            </a:r>
            <a:r>
              <a:rPr lang="ru-RU" sz="2800" dirty="0"/>
              <a:t>от 1 до 10</a:t>
            </a:r>
            <a:endParaRPr kumimoji="0" lang="en-RU" sz="2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  <p:sp>
        <p:nvSpPr>
          <p:cNvPr id="10" name="Frame 9">
            <a:extLst>
              <a:ext uri="{FF2B5EF4-FFF2-40B4-BE49-F238E27FC236}">
                <a16:creationId xmlns:a16="http://schemas.microsoft.com/office/drawing/2014/main" id="{005EE951-ED49-9FE4-99F9-5A7E3A69A168}"/>
              </a:ext>
            </a:extLst>
          </p:cNvPr>
          <p:cNvSpPr/>
          <p:nvPr/>
        </p:nvSpPr>
        <p:spPr>
          <a:xfrm>
            <a:off x="1727298" y="3329466"/>
            <a:ext cx="5652654" cy="532014"/>
          </a:xfrm>
          <a:prstGeom prst="frame">
            <a:avLst/>
          </a:prstGeom>
          <a:solidFill>
            <a:srgbClr val="E2611D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  <p:sp>
        <p:nvSpPr>
          <p:cNvPr id="13" name="Frame 12">
            <a:extLst>
              <a:ext uri="{FF2B5EF4-FFF2-40B4-BE49-F238E27FC236}">
                <a16:creationId xmlns:a16="http://schemas.microsoft.com/office/drawing/2014/main" id="{59AD8E1D-3B81-E963-A15B-E398FE676BD5}"/>
              </a:ext>
            </a:extLst>
          </p:cNvPr>
          <p:cNvSpPr/>
          <p:nvPr/>
        </p:nvSpPr>
        <p:spPr>
          <a:xfrm>
            <a:off x="1039528" y="5314055"/>
            <a:ext cx="7334451" cy="532014"/>
          </a:xfrm>
          <a:prstGeom prst="frame">
            <a:avLst/>
          </a:prstGeom>
          <a:solidFill>
            <a:srgbClr val="E2611D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</p:spTree>
    <p:extLst>
      <p:ext uri="{BB962C8B-B14F-4D97-AF65-F5344CB8AC3E}">
        <p14:creationId xmlns:p14="http://schemas.microsoft.com/office/powerpoint/2010/main" val="1962564971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1">
            <a:extLst>
              <a:ext uri="{FF2B5EF4-FFF2-40B4-BE49-F238E27FC236}">
                <a16:creationId xmlns:a16="http://schemas.microsoft.com/office/drawing/2014/main" id="{B49B6BCC-F49E-7E93-43C9-B3D7CD78BD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</p:spPr>
        <p:txBody>
          <a:bodyPr/>
          <a:lstStyle/>
          <a:p>
            <a:fld id="{86CB4B4D-7CA3-9044-876B-883B54F8677D}" type="slidenum">
              <a:rPr lang="ru-RU" smtClean="0"/>
              <a:pPr/>
              <a:t>13</a:t>
            </a:fld>
            <a:endParaRPr lang="ru-RU" dirty="0"/>
          </a:p>
        </p:txBody>
      </p:sp>
      <p:sp>
        <p:nvSpPr>
          <p:cNvPr id="2" name="Текст 17">
            <a:extLst>
              <a:ext uri="{FF2B5EF4-FFF2-40B4-BE49-F238E27FC236}">
                <a16:creationId xmlns:a16="http://schemas.microsoft.com/office/drawing/2014/main" id="{12A20E46-8A24-3742-5969-7AFB9A042AAE}"/>
              </a:ext>
            </a:extLst>
          </p:cNvPr>
          <p:cNvSpPr txBox="1">
            <a:spLocks/>
          </p:cNvSpPr>
          <p:nvPr/>
        </p:nvSpPr>
        <p:spPr>
          <a:xfrm>
            <a:off x="719138" y="562637"/>
            <a:ext cx="18016248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marR="0" indent="11443" algn="l" defTabSz="411479" rtl="0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 sz="5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1pPr>
            <a:lvl2pPr marL="720000" marR="0" indent="-445133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2pPr>
            <a:lvl3pPr marL="1440000" marR="0" indent="-52606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3pPr>
            <a:lvl4pPr marL="2160000" marR="0" indent="-59862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4pPr>
            <a:lvl5pPr marL="3617794" marR="0" indent="-598628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5pPr>
            <a:lvl6pPr marL="4372585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6pPr>
            <a:lvl7pPr marL="5127377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7pPr>
            <a:lvl8pPr marL="5882168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8pPr>
            <a:lvl9pPr marL="6636960" marR="0" indent="-598627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9pPr>
          </a:lstStyle>
          <a:p>
            <a:pPr hangingPunct="1"/>
            <a:r>
              <a:rPr lang="ru-RU" sz="6000" b="1" dirty="0">
                <a:latin typeface="Tinkoff Sans" panose="02000506050000020004" pitchFamily="2" charset="0"/>
              </a:rPr>
              <a:t>Управление потоками</a:t>
            </a:r>
            <a:endParaRPr lang="en-US" sz="6000" b="1" dirty="0">
              <a:latin typeface="Tinkoff Sans" panose="02000506050000020004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89DA3A-9138-ADFF-3F93-7FA6A54C71C1}"/>
              </a:ext>
            </a:extLst>
          </p:cNvPr>
          <p:cNvSpPr txBox="1"/>
          <p:nvPr/>
        </p:nvSpPr>
        <p:spPr>
          <a:xfrm>
            <a:off x="13682749" y="2708395"/>
            <a:ext cx="5397414" cy="224676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2800" b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Про то, как запускать потоки</a:t>
            </a:r>
            <a:r>
              <a:rPr lang="ru-RU" sz="2800" dirty="0"/>
              <a:t>, мы уже с вами поговорили. </a:t>
            </a: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ru-RU" sz="2800" dirty="0"/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2800" b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Но как прервать, или полность</a:t>
            </a:r>
            <a:r>
              <a:rPr lang="ru-RU" sz="2800" dirty="0"/>
              <a:t>ю завершить работу потока?</a:t>
            </a:r>
            <a:endParaRPr kumimoji="0" lang="en-RU" sz="2400" b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929E3C35-8B3B-1899-155B-F73885C9A6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2813" y="2708395"/>
            <a:ext cx="11764195" cy="6389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0031875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1">
            <a:extLst>
              <a:ext uri="{FF2B5EF4-FFF2-40B4-BE49-F238E27FC236}">
                <a16:creationId xmlns:a16="http://schemas.microsoft.com/office/drawing/2014/main" id="{B49B6BCC-F49E-7E93-43C9-B3D7CD78BD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</p:spPr>
        <p:txBody>
          <a:bodyPr/>
          <a:lstStyle/>
          <a:p>
            <a:fld id="{86CB4B4D-7CA3-9044-876B-883B54F8677D}" type="slidenum">
              <a:rPr lang="ru-RU" smtClean="0"/>
              <a:pPr/>
              <a:t>14</a:t>
            </a:fld>
            <a:endParaRPr lang="ru-RU" dirty="0"/>
          </a:p>
        </p:txBody>
      </p:sp>
      <p:sp>
        <p:nvSpPr>
          <p:cNvPr id="2" name="Текст 17">
            <a:extLst>
              <a:ext uri="{FF2B5EF4-FFF2-40B4-BE49-F238E27FC236}">
                <a16:creationId xmlns:a16="http://schemas.microsoft.com/office/drawing/2014/main" id="{12A20E46-8A24-3742-5969-7AFB9A042AAE}"/>
              </a:ext>
            </a:extLst>
          </p:cNvPr>
          <p:cNvSpPr txBox="1">
            <a:spLocks/>
          </p:cNvSpPr>
          <p:nvPr/>
        </p:nvSpPr>
        <p:spPr>
          <a:xfrm>
            <a:off x="719138" y="562637"/>
            <a:ext cx="18016248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marR="0" indent="11443" algn="l" defTabSz="411479" rtl="0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 sz="5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1pPr>
            <a:lvl2pPr marL="720000" marR="0" indent="-445133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2pPr>
            <a:lvl3pPr marL="1440000" marR="0" indent="-52606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3pPr>
            <a:lvl4pPr marL="2160000" marR="0" indent="-59862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4pPr>
            <a:lvl5pPr marL="3617794" marR="0" indent="-598628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5pPr>
            <a:lvl6pPr marL="4372585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6pPr>
            <a:lvl7pPr marL="5127377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7pPr>
            <a:lvl8pPr marL="5882168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8pPr>
            <a:lvl9pPr marL="6636960" marR="0" indent="-598627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9pPr>
          </a:lstStyle>
          <a:p>
            <a:pPr hangingPunct="1"/>
            <a:r>
              <a:rPr lang="ru-RU" sz="6000" b="1" dirty="0">
                <a:latin typeface="Tinkoff Sans" panose="02000506050000020004" pitchFamily="2" charset="0"/>
              </a:rPr>
              <a:t>Завершение работы потока</a:t>
            </a:r>
            <a:endParaRPr lang="en-US" sz="6000" b="1" dirty="0">
              <a:latin typeface="Tinkoff Sans" panose="02000506050000020004" pitchFamily="2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E7405E4-12E8-0C99-442E-148338AEC5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0231" y="3302614"/>
            <a:ext cx="17394062" cy="5200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294700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1">
            <a:extLst>
              <a:ext uri="{FF2B5EF4-FFF2-40B4-BE49-F238E27FC236}">
                <a16:creationId xmlns:a16="http://schemas.microsoft.com/office/drawing/2014/main" id="{B49B6BCC-F49E-7E93-43C9-B3D7CD78BD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</p:spPr>
        <p:txBody>
          <a:bodyPr/>
          <a:lstStyle/>
          <a:p>
            <a:fld id="{86CB4B4D-7CA3-9044-876B-883B54F8677D}" type="slidenum">
              <a:rPr lang="ru-RU" smtClean="0"/>
              <a:pPr/>
              <a:t>15</a:t>
            </a:fld>
            <a:endParaRPr lang="ru-RU" dirty="0"/>
          </a:p>
        </p:txBody>
      </p:sp>
      <p:sp>
        <p:nvSpPr>
          <p:cNvPr id="2" name="Текст 17">
            <a:extLst>
              <a:ext uri="{FF2B5EF4-FFF2-40B4-BE49-F238E27FC236}">
                <a16:creationId xmlns:a16="http://schemas.microsoft.com/office/drawing/2014/main" id="{12A20E46-8A24-3742-5969-7AFB9A042AAE}"/>
              </a:ext>
            </a:extLst>
          </p:cNvPr>
          <p:cNvSpPr txBox="1">
            <a:spLocks/>
          </p:cNvSpPr>
          <p:nvPr/>
        </p:nvSpPr>
        <p:spPr>
          <a:xfrm>
            <a:off x="719138" y="562637"/>
            <a:ext cx="18016248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marR="0" indent="11443" algn="l" defTabSz="411479" rtl="0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 sz="5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1pPr>
            <a:lvl2pPr marL="720000" marR="0" indent="-445133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2pPr>
            <a:lvl3pPr marL="1440000" marR="0" indent="-52606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3pPr>
            <a:lvl4pPr marL="2160000" marR="0" indent="-59862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4pPr>
            <a:lvl5pPr marL="3617794" marR="0" indent="-598628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5pPr>
            <a:lvl6pPr marL="4372585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6pPr>
            <a:lvl7pPr marL="5127377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7pPr>
            <a:lvl8pPr marL="5882168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8pPr>
            <a:lvl9pPr marL="6636960" marR="0" indent="-598627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9pPr>
          </a:lstStyle>
          <a:p>
            <a:pPr hangingPunct="1"/>
            <a:r>
              <a:rPr lang="ru-RU" sz="6000" b="1" dirty="0">
                <a:latin typeface="Tinkoff Sans" panose="02000506050000020004" pitchFamily="2" charset="0"/>
              </a:rPr>
              <a:t>Посмотрим на примерах!</a:t>
            </a:r>
            <a:endParaRPr lang="en-US" sz="6000" b="1" dirty="0">
              <a:latin typeface="Tinkoff Sans" panose="02000506050000020004" pitchFamily="2" charset="0"/>
            </a:endParaRPr>
          </a:p>
        </p:txBody>
      </p:sp>
      <p:pic>
        <p:nvPicPr>
          <p:cNvPr id="4" name="Picture 3" descr="IntelliJ Light Theme Theme for JetBrains IDEs | JetBrains Marketplace">
            <a:extLst>
              <a:ext uri="{FF2B5EF4-FFF2-40B4-BE49-F238E27FC236}">
                <a16:creationId xmlns:a16="http://schemas.microsoft.com/office/drawing/2014/main" id="{9CBAA9F6-796A-8AD1-5B93-E219C9DFF6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197" y="1809344"/>
            <a:ext cx="11244571" cy="7541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05B547A-A249-5A42-5E6C-D531BDD959F6}"/>
              </a:ext>
            </a:extLst>
          </p:cNvPr>
          <p:cNvSpPr txBox="1"/>
          <p:nvPr/>
        </p:nvSpPr>
        <p:spPr>
          <a:xfrm>
            <a:off x="12110768" y="9350992"/>
            <a:ext cx="5962528" cy="646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3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Обратимся к исходному коду</a:t>
            </a:r>
            <a:r>
              <a:rPr kumimoji="0" lang="en-US" sz="3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…</a:t>
            </a:r>
            <a:endParaRPr kumimoji="0" lang="en-RU" sz="36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</p:spTree>
    <p:extLst>
      <p:ext uri="{BB962C8B-B14F-4D97-AF65-F5344CB8AC3E}">
        <p14:creationId xmlns:p14="http://schemas.microsoft.com/office/powerpoint/2010/main" val="2379767421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1" name="Текст 22"/>
          <p:cNvSpPr txBox="1">
            <a:spLocks noGrp="1"/>
          </p:cNvSpPr>
          <p:nvPr>
            <p:ph type="body" sz="quarter" idx="1"/>
          </p:nvPr>
        </p:nvSpPr>
        <p:spPr>
          <a:xfrm>
            <a:off x="5536692" y="4504064"/>
            <a:ext cx="12126468" cy="2220585"/>
          </a:xfrm>
          <a:prstGeom prst="rect">
            <a:avLst/>
          </a:prstGeom>
        </p:spPr>
        <p:txBody>
          <a:bodyPr lIns="0" anchor="ctr" anchorCtr="0">
            <a:noAutofit/>
          </a:bodyPr>
          <a:lstStyle>
            <a:lvl1pPr>
              <a:defRPr sz="8000"/>
            </a:lvl1pPr>
          </a:lstStyle>
          <a:p>
            <a:pPr>
              <a:lnSpc>
                <a:spcPct val="100000"/>
              </a:lnSpc>
            </a:pPr>
            <a:r>
              <a:rPr lang="ru-RU" sz="5400" b="1" dirty="0">
                <a:latin typeface="Tinkoff Sans" panose="02000506050000020004" pitchFamily="2" charset="0"/>
              </a:rPr>
              <a:t>Синхронизация работы потоков</a:t>
            </a:r>
            <a:endParaRPr sz="5400" b="1" dirty="0">
              <a:latin typeface="Tinkoff Sans" panose="02000506050000020004" pitchFamily="2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D13592C-188F-5818-FDD5-F2F3FE7F00B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6368"/>
          <a:stretch/>
        </p:blipFill>
        <p:spPr>
          <a:xfrm>
            <a:off x="429391" y="719138"/>
            <a:ext cx="3747299" cy="135990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4BCF10F-EA36-E511-0636-41887B90D4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391" y="278503"/>
            <a:ext cx="3747298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643627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1">
            <a:extLst>
              <a:ext uri="{FF2B5EF4-FFF2-40B4-BE49-F238E27FC236}">
                <a16:creationId xmlns:a16="http://schemas.microsoft.com/office/drawing/2014/main" id="{B49B6BCC-F49E-7E93-43C9-B3D7CD78BD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</p:spPr>
        <p:txBody>
          <a:bodyPr/>
          <a:lstStyle/>
          <a:p>
            <a:fld id="{86CB4B4D-7CA3-9044-876B-883B54F8677D}" type="slidenum">
              <a:rPr lang="ru-RU" smtClean="0"/>
              <a:pPr/>
              <a:t>17</a:t>
            </a:fld>
            <a:endParaRPr lang="ru-RU" dirty="0"/>
          </a:p>
        </p:txBody>
      </p:sp>
      <p:sp>
        <p:nvSpPr>
          <p:cNvPr id="2" name="Текст 17">
            <a:extLst>
              <a:ext uri="{FF2B5EF4-FFF2-40B4-BE49-F238E27FC236}">
                <a16:creationId xmlns:a16="http://schemas.microsoft.com/office/drawing/2014/main" id="{12A20E46-8A24-3742-5969-7AFB9A042AAE}"/>
              </a:ext>
            </a:extLst>
          </p:cNvPr>
          <p:cNvSpPr txBox="1">
            <a:spLocks/>
          </p:cNvSpPr>
          <p:nvPr/>
        </p:nvSpPr>
        <p:spPr>
          <a:xfrm>
            <a:off x="719138" y="562637"/>
            <a:ext cx="16944022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marR="0" indent="11443" algn="l" defTabSz="411479" rtl="0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 sz="5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1pPr>
            <a:lvl2pPr marL="720000" marR="0" indent="-445133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2pPr>
            <a:lvl3pPr marL="1440000" marR="0" indent="-52606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3pPr>
            <a:lvl4pPr marL="2160000" marR="0" indent="-59862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4pPr>
            <a:lvl5pPr marL="3617794" marR="0" indent="-598628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5pPr>
            <a:lvl6pPr marL="4372585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6pPr>
            <a:lvl7pPr marL="5127377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7pPr>
            <a:lvl8pPr marL="5882168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8pPr>
            <a:lvl9pPr marL="6636960" marR="0" indent="-598627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9pPr>
          </a:lstStyle>
          <a:p>
            <a:pPr hangingPunct="1"/>
            <a:r>
              <a:rPr lang="ru-RU" sz="6000" b="1" dirty="0">
                <a:latin typeface="Tinkoff Sans" panose="02000506050000020004" pitchFamily="2" charset="0"/>
              </a:rPr>
              <a:t>Зачем нужна синхронизация?</a:t>
            </a:r>
            <a:endParaRPr lang="en-US" sz="6000" b="1" dirty="0">
              <a:latin typeface="Tinkoff Sans" panose="02000506050000020004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C7D75F-DBD3-8CE7-4A2B-9C468278CD0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662"/>
          <a:stretch/>
        </p:blipFill>
        <p:spPr>
          <a:xfrm>
            <a:off x="5166113" y="1937877"/>
            <a:ext cx="9467073" cy="7284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559082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1">
            <a:extLst>
              <a:ext uri="{FF2B5EF4-FFF2-40B4-BE49-F238E27FC236}">
                <a16:creationId xmlns:a16="http://schemas.microsoft.com/office/drawing/2014/main" id="{B49B6BCC-F49E-7E93-43C9-B3D7CD78BD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</p:spPr>
        <p:txBody>
          <a:bodyPr/>
          <a:lstStyle/>
          <a:p>
            <a:fld id="{86CB4B4D-7CA3-9044-876B-883B54F8677D}" type="slidenum">
              <a:rPr lang="ru-RU" smtClean="0"/>
              <a:pPr/>
              <a:t>18</a:t>
            </a:fld>
            <a:endParaRPr lang="ru-RU" dirty="0"/>
          </a:p>
        </p:txBody>
      </p:sp>
      <p:sp>
        <p:nvSpPr>
          <p:cNvPr id="2" name="Текст 17">
            <a:extLst>
              <a:ext uri="{FF2B5EF4-FFF2-40B4-BE49-F238E27FC236}">
                <a16:creationId xmlns:a16="http://schemas.microsoft.com/office/drawing/2014/main" id="{12A20E46-8A24-3742-5969-7AFB9A042AAE}"/>
              </a:ext>
            </a:extLst>
          </p:cNvPr>
          <p:cNvSpPr txBox="1">
            <a:spLocks/>
          </p:cNvSpPr>
          <p:nvPr/>
        </p:nvSpPr>
        <p:spPr>
          <a:xfrm>
            <a:off x="719138" y="562637"/>
            <a:ext cx="16944022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marR="0" indent="11443" algn="l" defTabSz="411479" rtl="0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 sz="5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1pPr>
            <a:lvl2pPr marL="720000" marR="0" indent="-445133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2pPr>
            <a:lvl3pPr marL="1440000" marR="0" indent="-52606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3pPr>
            <a:lvl4pPr marL="2160000" marR="0" indent="-59862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4pPr>
            <a:lvl5pPr marL="3617794" marR="0" indent="-598628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5pPr>
            <a:lvl6pPr marL="4372585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6pPr>
            <a:lvl7pPr marL="5127377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7pPr>
            <a:lvl8pPr marL="5882168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8pPr>
            <a:lvl9pPr marL="6636960" marR="0" indent="-598627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9pPr>
          </a:lstStyle>
          <a:p>
            <a:pPr hangingPunct="1"/>
            <a:r>
              <a:rPr lang="ru-RU" sz="6000" b="1" dirty="0">
                <a:latin typeface="Tinkoff Sans" panose="02000506050000020004" pitchFamily="2" charset="0"/>
              </a:rPr>
              <a:t>Зачем нужна синхронизация?</a:t>
            </a:r>
            <a:endParaRPr lang="en-US" sz="6000" b="1" dirty="0">
              <a:latin typeface="Tinkoff Sans" panose="02000506050000020004" pitchFamily="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D54B4F5-8941-5380-A5C6-9EF62422ED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814" y="1678141"/>
            <a:ext cx="9923671" cy="8919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021461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1">
            <a:extLst>
              <a:ext uri="{FF2B5EF4-FFF2-40B4-BE49-F238E27FC236}">
                <a16:creationId xmlns:a16="http://schemas.microsoft.com/office/drawing/2014/main" id="{B49B6BCC-F49E-7E93-43C9-B3D7CD78BD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</p:spPr>
        <p:txBody>
          <a:bodyPr/>
          <a:lstStyle/>
          <a:p>
            <a:fld id="{86CB4B4D-7CA3-9044-876B-883B54F8677D}" type="slidenum">
              <a:rPr lang="ru-RU" smtClean="0"/>
              <a:pPr/>
              <a:t>19</a:t>
            </a:fld>
            <a:endParaRPr lang="ru-RU" dirty="0"/>
          </a:p>
        </p:txBody>
      </p:sp>
      <p:sp>
        <p:nvSpPr>
          <p:cNvPr id="2" name="Текст 17">
            <a:extLst>
              <a:ext uri="{FF2B5EF4-FFF2-40B4-BE49-F238E27FC236}">
                <a16:creationId xmlns:a16="http://schemas.microsoft.com/office/drawing/2014/main" id="{12A20E46-8A24-3742-5969-7AFB9A042AAE}"/>
              </a:ext>
            </a:extLst>
          </p:cNvPr>
          <p:cNvSpPr txBox="1">
            <a:spLocks/>
          </p:cNvSpPr>
          <p:nvPr/>
        </p:nvSpPr>
        <p:spPr>
          <a:xfrm>
            <a:off x="719138" y="562637"/>
            <a:ext cx="16944022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marR="0" indent="11443" algn="l" defTabSz="411479" rtl="0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 sz="5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1pPr>
            <a:lvl2pPr marL="720000" marR="0" indent="-445133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2pPr>
            <a:lvl3pPr marL="1440000" marR="0" indent="-52606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3pPr>
            <a:lvl4pPr marL="2160000" marR="0" indent="-59862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4pPr>
            <a:lvl5pPr marL="3617794" marR="0" indent="-598628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5pPr>
            <a:lvl6pPr marL="4372585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6pPr>
            <a:lvl7pPr marL="5127377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7pPr>
            <a:lvl8pPr marL="5882168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8pPr>
            <a:lvl9pPr marL="6636960" marR="0" indent="-598627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9pPr>
          </a:lstStyle>
          <a:p>
            <a:pPr hangingPunct="1"/>
            <a:r>
              <a:rPr lang="ru-RU" sz="6000" b="1" dirty="0">
                <a:latin typeface="Tinkoff Sans" panose="02000506050000020004" pitchFamily="2" charset="0"/>
              </a:rPr>
              <a:t>Как избежать этой и других проблем?</a:t>
            </a:r>
            <a:endParaRPr lang="en-US" sz="6000" b="1" dirty="0">
              <a:latin typeface="Tinkoff Sans" panose="02000506050000020004" pitchFamily="2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212E2616-1867-9CF4-3743-3AA5DDD52F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55690" y="2419878"/>
            <a:ext cx="15687919" cy="5521855"/>
          </a:xfrm>
          <a:prstGeom prst="rect">
            <a:avLst/>
          </a:prstGeom>
        </p:spPr>
      </p:pic>
      <p:sp>
        <p:nvSpPr>
          <p:cNvPr id="7" name="Right Brace 6">
            <a:extLst>
              <a:ext uri="{FF2B5EF4-FFF2-40B4-BE49-F238E27FC236}">
                <a16:creationId xmlns:a16="http://schemas.microsoft.com/office/drawing/2014/main" id="{596160BE-FFA7-FF04-B954-5D87E5345FBF}"/>
              </a:ext>
            </a:extLst>
          </p:cNvPr>
          <p:cNvSpPr/>
          <p:nvPr/>
        </p:nvSpPr>
        <p:spPr>
          <a:xfrm rot="5400000">
            <a:off x="5225988" y="5059301"/>
            <a:ext cx="984780" cy="7325377"/>
          </a:xfrm>
          <a:prstGeom prst="rightBrac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RU" sz="1800" i="0" u="none" strike="noStrike" normalizeH="0" baseline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FillTx/>
            </a:endParaRPr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AEF16236-28F0-39E6-52C3-DA008832D828}"/>
              </a:ext>
            </a:extLst>
          </p:cNvPr>
          <p:cNvSpPr/>
          <p:nvPr/>
        </p:nvSpPr>
        <p:spPr>
          <a:xfrm rot="5400000">
            <a:off x="13588531" y="5077558"/>
            <a:ext cx="984780" cy="7325377"/>
          </a:xfrm>
          <a:prstGeom prst="rightBrac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RU" sz="1800" i="0" u="none" strike="noStrike" normalizeH="0" baseline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FillTx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423789-1158-64B2-1612-8016ACFFEC34}"/>
              </a:ext>
            </a:extLst>
          </p:cNvPr>
          <p:cNvSpPr txBox="1"/>
          <p:nvPr/>
        </p:nvSpPr>
        <p:spPr>
          <a:xfrm>
            <a:off x="4231116" y="9336883"/>
            <a:ext cx="2767743" cy="5232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2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Обсудим сегодня!</a:t>
            </a:r>
            <a:endParaRPr kumimoji="0" lang="en-RU" sz="2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2A7D18-7E85-8700-33CA-7E6B4B2A2CE1}"/>
              </a:ext>
            </a:extLst>
          </p:cNvPr>
          <p:cNvSpPr txBox="1"/>
          <p:nvPr/>
        </p:nvSpPr>
        <p:spPr>
          <a:xfrm>
            <a:off x="11429074" y="9343499"/>
            <a:ext cx="5303694" cy="5232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2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Обсудим на следующем семинаре!</a:t>
            </a:r>
            <a:endParaRPr kumimoji="0" lang="en-RU" sz="2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</p:spTree>
    <p:extLst>
      <p:ext uri="{BB962C8B-B14F-4D97-AF65-F5344CB8AC3E}">
        <p14:creationId xmlns:p14="http://schemas.microsoft.com/office/powerpoint/2010/main" val="1277400268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1">
            <a:extLst>
              <a:ext uri="{FF2B5EF4-FFF2-40B4-BE49-F238E27FC236}">
                <a16:creationId xmlns:a16="http://schemas.microsoft.com/office/drawing/2014/main" id="{B49B6BCC-F49E-7E93-43C9-B3D7CD78BD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</p:spPr>
        <p:txBody>
          <a:bodyPr/>
          <a:lstStyle/>
          <a:p>
            <a:fld id="{86CB4B4D-7CA3-9044-876B-883B54F8677D}" type="slidenum">
              <a:rPr lang="ru-RU" smtClean="0"/>
              <a:pPr/>
              <a:t>20</a:t>
            </a:fld>
            <a:endParaRPr lang="ru-RU" dirty="0"/>
          </a:p>
        </p:txBody>
      </p:sp>
      <p:sp>
        <p:nvSpPr>
          <p:cNvPr id="2" name="Текст 17">
            <a:extLst>
              <a:ext uri="{FF2B5EF4-FFF2-40B4-BE49-F238E27FC236}">
                <a16:creationId xmlns:a16="http://schemas.microsoft.com/office/drawing/2014/main" id="{12A20E46-8A24-3742-5969-7AFB9A042AAE}"/>
              </a:ext>
            </a:extLst>
          </p:cNvPr>
          <p:cNvSpPr txBox="1">
            <a:spLocks/>
          </p:cNvSpPr>
          <p:nvPr/>
        </p:nvSpPr>
        <p:spPr>
          <a:xfrm>
            <a:off x="719138" y="562637"/>
            <a:ext cx="16944022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marR="0" indent="11443" algn="l" defTabSz="411479" rtl="0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 sz="5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1pPr>
            <a:lvl2pPr marL="720000" marR="0" indent="-445133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2pPr>
            <a:lvl3pPr marL="1440000" marR="0" indent="-52606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3pPr>
            <a:lvl4pPr marL="2160000" marR="0" indent="-59862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4pPr>
            <a:lvl5pPr marL="3617794" marR="0" indent="-598628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5pPr>
            <a:lvl6pPr marL="4372585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6pPr>
            <a:lvl7pPr marL="5127377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7pPr>
            <a:lvl8pPr marL="5882168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8pPr>
            <a:lvl9pPr marL="6636960" marR="0" indent="-598627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9pPr>
          </a:lstStyle>
          <a:p>
            <a:pPr hangingPunct="1"/>
            <a:r>
              <a:rPr lang="ru-RU" sz="6000" b="1" dirty="0">
                <a:latin typeface="Tinkoff Sans" panose="02000506050000020004" pitchFamily="2" charset="0"/>
              </a:rPr>
              <a:t>Мониторы</a:t>
            </a:r>
            <a:endParaRPr lang="en-US" sz="6000" b="1" dirty="0">
              <a:latin typeface="Tinkoff Sans" panose="02000506050000020004" pitchFamily="2" charset="0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CEDE56B6-005E-A5AF-D4A9-1ECAE4F81D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4367" y="1655763"/>
            <a:ext cx="11829502" cy="805413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CAF0C23-D002-A929-5753-242A4276794D}"/>
              </a:ext>
            </a:extLst>
          </p:cNvPr>
          <p:cNvSpPr txBox="1"/>
          <p:nvPr/>
        </p:nvSpPr>
        <p:spPr>
          <a:xfrm>
            <a:off x="13461216" y="1655763"/>
            <a:ext cx="6338084" cy="612475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2800" dirty="0"/>
              <a:t>Монитор – способ синхронизации, которые встречается в множестве языков программирования. </a:t>
            </a: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2800" dirty="0"/>
              <a:t>В </a:t>
            </a:r>
            <a:r>
              <a:rPr lang="en-US" sz="2800" dirty="0"/>
              <a:t>Java </a:t>
            </a:r>
            <a:r>
              <a:rPr lang="ru-RU" sz="2800" dirty="0"/>
              <a:t>у каждого объекта есть свой монитор. </a:t>
            </a: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2800" dirty="0"/>
              <a:t>Каждый монитор</a:t>
            </a:r>
            <a:r>
              <a:rPr lang="en-US" sz="2800" dirty="0"/>
              <a:t>…</a:t>
            </a:r>
          </a:p>
          <a:p>
            <a:pPr marL="457200" marR="0" indent="-457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800" dirty="0"/>
              <a:t>… </a:t>
            </a:r>
            <a:r>
              <a:rPr lang="ru-RU" sz="2800" dirty="0"/>
              <a:t>обладает двумя множествами – </a:t>
            </a:r>
            <a:r>
              <a:rPr lang="en-US" sz="2800" dirty="0"/>
              <a:t>Entry Set &amp; Wait Set</a:t>
            </a:r>
          </a:p>
          <a:p>
            <a:pPr marL="457200" marR="0" indent="-457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800" dirty="0"/>
              <a:t>… </a:t>
            </a:r>
            <a:r>
              <a:rPr lang="ru-RU" sz="2800" dirty="0"/>
              <a:t>ассоциирован с одним или множеством блоков кода</a:t>
            </a:r>
          </a:p>
          <a:p>
            <a:pPr marL="457200" marR="0" indent="-457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800" dirty="0"/>
              <a:t>… </a:t>
            </a:r>
            <a:r>
              <a:rPr lang="ru-RU" sz="2800" dirty="0"/>
              <a:t>может </a:t>
            </a:r>
            <a:r>
              <a:rPr lang="en-US" sz="2800" dirty="0"/>
              <a:t>”</a:t>
            </a:r>
            <a:r>
              <a:rPr lang="ru-RU" sz="2800" dirty="0"/>
              <a:t>принадлежать</a:t>
            </a:r>
            <a:r>
              <a:rPr lang="en-US" sz="2800" dirty="0"/>
              <a:t>”</a:t>
            </a:r>
            <a:r>
              <a:rPr lang="ru-RU" sz="2800" dirty="0"/>
              <a:t> только одному потоку в единицу времени</a:t>
            </a:r>
          </a:p>
        </p:txBody>
      </p:sp>
    </p:spTree>
    <p:extLst>
      <p:ext uri="{BB962C8B-B14F-4D97-AF65-F5344CB8AC3E}">
        <p14:creationId xmlns:p14="http://schemas.microsoft.com/office/powerpoint/2010/main" val="3002063928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1">
            <a:extLst>
              <a:ext uri="{FF2B5EF4-FFF2-40B4-BE49-F238E27FC236}">
                <a16:creationId xmlns:a16="http://schemas.microsoft.com/office/drawing/2014/main" id="{B49B6BCC-F49E-7E93-43C9-B3D7CD78BD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</p:spPr>
        <p:txBody>
          <a:bodyPr/>
          <a:lstStyle/>
          <a:p>
            <a:fld id="{86CB4B4D-7CA3-9044-876B-883B54F8677D}" type="slidenum">
              <a:rPr lang="ru-RU" smtClean="0"/>
              <a:pPr/>
              <a:t>21</a:t>
            </a:fld>
            <a:endParaRPr lang="ru-RU" dirty="0"/>
          </a:p>
        </p:txBody>
      </p:sp>
      <p:sp>
        <p:nvSpPr>
          <p:cNvPr id="2" name="Текст 17">
            <a:extLst>
              <a:ext uri="{FF2B5EF4-FFF2-40B4-BE49-F238E27FC236}">
                <a16:creationId xmlns:a16="http://schemas.microsoft.com/office/drawing/2014/main" id="{12A20E46-8A24-3742-5969-7AFB9A042AAE}"/>
              </a:ext>
            </a:extLst>
          </p:cNvPr>
          <p:cNvSpPr txBox="1">
            <a:spLocks/>
          </p:cNvSpPr>
          <p:nvPr/>
        </p:nvSpPr>
        <p:spPr>
          <a:xfrm>
            <a:off x="719138" y="562637"/>
            <a:ext cx="16944022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marR="0" indent="11443" algn="l" defTabSz="411479" rtl="0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 sz="5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1pPr>
            <a:lvl2pPr marL="720000" marR="0" indent="-445133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2pPr>
            <a:lvl3pPr marL="1440000" marR="0" indent="-52606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3pPr>
            <a:lvl4pPr marL="2160000" marR="0" indent="-59862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4pPr>
            <a:lvl5pPr marL="3617794" marR="0" indent="-598628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5pPr>
            <a:lvl6pPr marL="4372585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6pPr>
            <a:lvl7pPr marL="5127377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7pPr>
            <a:lvl8pPr marL="5882168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8pPr>
            <a:lvl9pPr marL="6636960" marR="0" indent="-598627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9pPr>
          </a:lstStyle>
          <a:p>
            <a:pPr hangingPunct="1"/>
            <a:r>
              <a:rPr lang="ru-RU" sz="6000" b="1" dirty="0">
                <a:latin typeface="Tinkoff Sans" panose="02000506050000020004" pitchFamily="2" charset="0"/>
              </a:rPr>
              <a:t>Ключевое слово </a:t>
            </a:r>
            <a:r>
              <a:rPr lang="en-US" sz="6000" b="1" dirty="0">
                <a:latin typeface="Tinkoff Sans" panose="02000506050000020004" pitchFamily="2" charset="0"/>
              </a:rPr>
              <a:t>synchronized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99F227-4986-BC1D-D311-66A0B0D819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6606" y="1675738"/>
            <a:ext cx="7816763" cy="89217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2155200-A9DD-570A-A3A9-334E5FF5D26E}"/>
              </a:ext>
            </a:extLst>
          </p:cNvPr>
          <p:cNvSpPr txBox="1"/>
          <p:nvPr/>
        </p:nvSpPr>
        <p:spPr>
          <a:xfrm>
            <a:off x="11200260" y="1675738"/>
            <a:ext cx="7879903" cy="35394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/>
              <a:t>“</a:t>
            </a:r>
            <a:r>
              <a:rPr lang="ru-RU" sz="2800" dirty="0"/>
              <a:t>Синхронизировать</a:t>
            </a:r>
            <a:r>
              <a:rPr lang="en-US" sz="2800" dirty="0"/>
              <a:t>”</a:t>
            </a:r>
            <a:r>
              <a:rPr lang="ru-RU" sz="2800" dirty="0"/>
              <a:t> можно как блок кода, так и целый метод – как объекта, так и класса (статический). </a:t>
            </a: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ru-RU" sz="2800" dirty="0"/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2800" dirty="0"/>
              <a:t>В качестве монитора можно использовать любой объект – как </a:t>
            </a:r>
            <a:r>
              <a:rPr lang="en-US" sz="2800" dirty="0"/>
              <a:t>this</a:t>
            </a:r>
            <a:r>
              <a:rPr lang="ru-RU" sz="2800" dirty="0"/>
              <a:t> или любое поле объекта, так и сам класс (не стоит забывать, что классы – это тоже объекта класса </a:t>
            </a:r>
            <a:r>
              <a:rPr lang="en-US" sz="2800" dirty="0"/>
              <a:t>Class). </a:t>
            </a:r>
          </a:p>
        </p:txBody>
      </p:sp>
    </p:spTree>
    <p:extLst>
      <p:ext uri="{BB962C8B-B14F-4D97-AF65-F5344CB8AC3E}">
        <p14:creationId xmlns:p14="http://schemas.microsoft.com/office/powerpoint/2010/main" val="2739136571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1">
            <a:extLst>
              <a:ext uri="{FF2B5EF4-FFF2-40B4-BE49-F238E27FC236}">
                <a16:creationId xmlns:a16="http://schemas.microsoft.com/office/drawing/2014/main" id="{B49B6BCC-F49E-7E93-43C9-B3D7CD78BD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</p:spPr>
        <p:txBody>
          <a:bodyPr/>
          <a:lstStyle/>
          <a:p>
            <a:fld id="{86CB4B4D-7CA3-9044-876B-883B54F8677D}" type="slidenum">
              <a:rPr lang="ru-RU" smtClean="0"/>
              <a:pPr/>
              <a:t>22</a:t>
            </a:fld>
            <a:endParaRPr lang="ru-RU" dirty="0"/>
          </a:p>
        </p:txBody>
      </p:sp>
      <p:sp>
        <p:nvSpPr>
          <p:cNvPr id="2" name="Текст 17">
            <a:extLst>
              <a:ext uri="{FF2B5EF4-FFF2-40B4-BE49-F238E27FC236}">
                <a16:creationId xmlns:a16="http://schemas.microsoft.com/office/drawing/2014/main" id="{12A20E46-8A24-3742-5969-7AFB9A042AAE}"/>
              </a:ext>
            </a:extLst>
          </p:cNvPr>
          <p:cNvSpPr txBox="1">
            <a:spLocks/>
          </p:cNvSpPr>
          <p:nvPr/>
        </p:nvSpPr>
        <p:spPr>
          <a:xfrm>
            <a:off x="719138" y="562637"/>
            <a:ext cx="18016248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marR="0" indent="11443" algn="l" defTabSz="411479" rtl="0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 sz="5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1pPr>
            <a:lvl2pPr marL="720000" marR="0" indent="-445133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2pPr>
            <a:lvl3pPr marL="1440000" marR="0" indent="-52606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3pPr>
            <a:lvl4pPr marL="2160000" marR="0" indent="-59862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4pPr>
            <a:lvl5pPr marL="3617794" marR="0" indent="-598628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5pPr>
            <a:lvl6pPr marL="4372585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6pPr>
            <a:lvl7pPr marL="5127377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7pPr>
            <a:lvl8pPr marL="5882168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8pPr>
            <a:lvl9pPr marL="6636960" marR="0" indent="-598627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9pPr>
          </a:lstStyle>
          <a:p>
            <a:pPr hangingPunct="1"/>
            <a:r>
              <a:rPr lang="ru-RU" sz="6000" b="1" dirty="0">
                <a:latin typeface="Tinkoff Sans" panose="02000506050000020004" pitchFamily="2" charset="0"/>
              </a:rPr>
              <a:t>Посмотрим на примерах!</a:t>
            </a:r>
            <a:endParaRPr lang="en-US" sz="6000" b="1" dirty="0">
              <a:latin typeface="Tinkoff Sans" panose="02000506050000020004" pitchFamily="2" charset="0"/>
            </a:endParaRPr>
          </a:p>
        </p:txBody>
      </p:sp>
      <p:pic>
        <p:nvPicPr>
          <p:cNvPr id="4" name="Picture 3" descr="IntelliJ Light Theme Theme for JetBrains IDEs | JetBrains Marketplace">
            <a:extLst>
              <a:ext uri="{FF2B5EF4-FFF2-40B4-BE49-F238E27FC236}">
                <a16:creationId xmlns:a16="http://schemas.microsoft.com/office/drawing/2014/main" id="{9CBAA9F6-796A-8AD1-5B93-E219C9DFF6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197" y="1809344"/>
            <a:ext cx="11244571" cy="7541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05B547A-A249-5A42-5E6C-D531BDD959F6}"/>
              </a:ext>
            </a:extLst>
          </p:cNvPr>
          <p:cNvSpPr txBox="1"/>
          <p:nvPr/>
        </p:nvSpPr>
        <p:spPr>
          <a:xfrm>
            <a:off x="12110768" y="9350992"/>
            <a:ext cx="5962528" cy="646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3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Обратимся к исходному коду</a:t>
            </a:r>
            <a:r>
              <a:rPr kumimoji="0" lang="en-US" sz="3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…</a:t>
            </a:r>
            <a:endParaRPr kumimoji="0" lang="en-RU" sz="36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</p:spTree>
    <p:extLst>
      <p:ext uri="{BB962C8B-B14F-4D97-AF65-F5344CB8AC3E}">
        <p14:creationId xmlns:p14="http://schemas.microsoft.com/office/powerpoint/2010/main" val="3540141433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1">
            <a:extLst>
              <a:ext uri="{FF2B5EF4-FFF2-40B4-BE49-F238E27FC236}">
                <a16:creationId xmlns:a16="http://schemas.microsoft.com/office/drawing/2014/main" id="{B49B6BCC-F49E-7E93-43C9-B3D7CD78BD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</p:spPr>
        <p:txBody>
          <a:bodyPr/>
          <a:lstStyle/>
          <a:p>
            <a:fld id="{86CB4B4D-7CA3-9044-876B-883B54F8677D}" type="slidenum">
              <a:rPr lang="ru-RU" smtClean="0"/>
              <a:pPr/>
              <a:t>23</a:t>
            </a:fld>
            <a:endParaRPr lang="ru-RU" dirty="0"/>
          </a:p>
        </p:txBody>
      </p:sp>
      <p:sp>
        <p:nvSpPr>
          <p:cNvPr id="2" name="Текст 17">
            <a:extLst>
              <a:ext uri="{FF2B5EF4-FFF2-40B4-BE49-F238E27FC236}">
                <a16:creationId xmlns:a16="http://schemas.microsoft.com/office/drawing/2014/main" id="{12A20E46-8A24-3742-5969-7AFB9A042AAE}"/>
              </a:ext>
            </a:extLst>
          </p:cNvPr>
          <p:cNvSpPr txBox="1">
            <a:spLocks/>
          </p:cNvSpPr>
          <p:nvPr/>
        </p:nvSpPr>
        <p:spPr>
          <a:xfrm>
            <a:off x="719138" y="562637"/>
            <a:ext cx="16944022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marR="0" indent="11443" algn="l" defTabSz="411479" rtl="0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 sz="5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1pPr>
            <a:lvl2pPr marL="720000" marR="0" indent="-445133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2pPr>
            <a:lvl3pPr marL="1440000" marR="0" indent="-52606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3pPr>
            <a:lvl4pPr marL="2160000" marR="0" indent="-59862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4pPr>
            <a:lvl5pPr marL="3617794" marR="0" indent="-598628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5pPr>
            <a:lvl6pPr marL="4372585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6pPr>
            <a:lvl7pPr marL="5127377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7pPr>
            <a:lvl8pPr marL="5882168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8pPr>
            <a:lvl9pPr marL="6636960" marR="0" indent="-598627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9pPr>
          </a:lstStyle>
          <a:p>
            <a:pPr hangingPunct="1"/>
            <a:r>
              <a:rPr lang="ru-RU" sz="6000" b="1" dirty="0">
                <a:latin typeface="Tinkoff Sans" panose="02000506050000020004" pitchFamily="2" charset="0"/>
              </a:rPr>
              <a:t>Методы </a:t>
            </a:r>
            <a:r>
              <a:rPr lang="en-US" sz="6000" b="1" dirty="0">
                <a:latin typeface="Tinkoff Sans" panose="02000506050000020004" pitchFamily="2" charset="0"/>
              </a:rPr>
              <a:t>wait &amp; notify </a:t>
            </a:r>
            <a:r>
              <a:rPr lang="ru-RU" sz="6000" b="1" dirty="0">
                <a:latin typeface="Tinkoff Sans" panose="02000506050000020004" pitchFamily="2" charset="0"/>
              </a:rPr>
              <a:t>из класса </a:t>
            </a:r>
            <a:r>
              <a:rPr lang="en-US" sz="6000" b="1" dirty="0">
                <a:latin typeface="Tinkoff Sans" panose="02000506050000020004" pitchFamily="2" charset="0"/>
              </a:rPr>
              <a:t>Object</a:t>
            </a:r>
          </a:p>
        </p:txBody>
      </p:sp>
      <p:pic>
        <p:nvPicPr>
          <p:cNvPr id="6" name="Picture 2" descr="Thread Signaling in Java">
            <a:extLst>
              <a:ext uri="{FF2B5EF4-FFF2-40B4-BE49-F238E27FC236}">
                <a16:creationId xmlns:a16="http://schemas.microsoft.com/office/drawing/2014/main" id="{0BBF4A7E-3B60-9DB7-1FBE-6AD8943FA5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137" y="2108435"/>
            <a:ext cx="9740034" cy="6943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D03538B-9017-F009-B9FA-80A846ECDFA3}"/>
              </a:ext>
            </a:extLst>
          </p:cNvPr>
          <p:cNvSpPr txBox="1"/>
          <p:nvPr/>
        </p:nvSpPr>
        <p:spPr>
          <a:xfrm>
            <a:off x="11783078" y="1736185"/>
            <a:ext cx="7023629" cy="52629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2800" dirty="0"/>
              <a:t>Методы </a:t>
            </a:r>
            <a:r>
              <a:rPr lang="en-US" sz="2800" dirty="0"/>
              <a:t>wait &amp; notify </a:t>
            </a:r>
            <a:r>
              <a:rPr lang="ru-RU" sz="2800" dirty="0"/>
              <a:t>могут быть вызваны только в рамках исполнения </a:t>
            </a:r>
            <a:r>
              <a:rPr lang="en-US" sz="2800" dirty="0"/>
              <a:t>synchronized</a:t>
            </a:r>
            <a:r>
              <a:rPr lang="ru-RU" sz="2800" dirty="0"/>
              <a:t>-блока, после того как текущий поток получит в свое распоряжение монитор. </a:t>
            </a: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2800" dirty="0"/>
              <a:t>Вызов метода </a:t>
            </a:r>
            <a:r>
              <a:rPr lang="en-US" sz="2800" dirty="0"/>
              <a:t>wait </a:t>
            </a:r>
            <a:r>
              <a:rPr lang="ru-RU" sz="2800" dirty="0"/>
              <a:t>помещает текущий поток в </a:t>
            </a:r>
            <a:r>
              <a:rPr lang="en-US" sz="2800" dirty="0"/>
              <a:t>Wait</a:t>
            </a:r>
            <a:r>
              <a:rPr lang="ru-RU" sz="2800" dirty="0"/>
              <a:t>-</a:t>
            </a:r>
            <a:r>
              <a:rPr lang="en-US" sz="2800" dirty="0"/>
              <a:t>Set </a:t>
            </a:r>
            <a:r>
              <a:rPr lang="ru-RU" sz="2800" dirty="0"/>
              <a:t>объекта-монитора, в то время как вызов метода </a:t>
            </a:r>
            <a:r>
              <a:rPr lang="en-US" sz="2800" dirty="0"/>
              <a:t>notify – </a:t>
            </a:r>
            <a:r>
              <a:rPr lang="ru-RU" sz="2800" dirty="0"/>
              <a:t>наоборот, </a:t>
            </a:r>
            <a:r>
              <a:rPr lang="en-US" sz="2800" dirty="0"/>
              <a:t>“</a:t>
            </a:r>
            <a:r>
              <a:rPr lang="ru-RU" sz="2800" dirty="0"/>
              <a:t>уведомляет</a:t>
            </a:r>
            <a:r>
              <a:rPr lang="en-US" sz="2800" dirty="0"/>
              <a:t>”</a:t>
            </a:r>
            <a:r>
              <a:rPr lang="ru-RU" sz="2800" dirty="0"/>
              <a:t> потоки в </a:t>
            </a:r>
            <a:r>
              <a:rPr lang="en-US" sz="2800" dirty="0"/>
              <a:t>Wait</a:t>
            </a:r>
            <a:r>
              <a:rPr lang="ru-RU" sz="2800" dirty="0"/>
              <a:t>-</a:t>
            </a:r>
            <a:r>
              <a:rPr lang="en-US" sz="2800" dirty="0"/>
              <a:t>Set</a:t>
            </a:r>
            <a:r>
              <a:rPr lang="ru-RU" sz="2800" dirty="0"/>
              <a:t> о том, что после выхода текущего потока из </a:t>
            </a:r>
            <a:r>
              <a:rPr lang="en-US" sz="2800" dirty="0"/>
              <a:t>synchronized</a:t>
            </a:r>
            <a:r>
              <a:rPr lang="ru-RU" sz="2800" dirty="0"/>
              <a:t>-блока, кому-то из них (или всем) можно выйти из </a:t>
            </a:r>
            <a:r>
              <a:rPr lang="en-US" sz="2800" dirty="0"/>
              <a:t>“</a:t>
            </a:r>
            <a:r>
              <a:rPr lang="ru-RU" sz="2800" dirty="0"/>
              <a:t>спячки</a:t>
            </a:r>
            <a:r>
              <a:rPr lang="en-US" sz="2800" dirty="0"/>
              <a:t>” </a:t>
            </a:r>
            <a:r>
              <a:rPr lang="ru-RU" sz="2800" dirty="0"/>
              <a:t>и продолжить свою работу. </a:t>
            </a:r>
            <a:endParaRPr kumimoji="0" lang="en-RU" sz="2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  <p:pic>
        <p:nvPicPr>
          <p:cNvPr id="8" name="Picture 2" descr="Contended locks explained – a performance approach – Ionut Balosin">
            <a:extLst>
              <a:ext uri="{FF2B5EF4-FFF2-40B4-BE49-F238E27FC236}">
                <a16:creationId xmlns:a16="http://schemas.microsoft.com/office/drawing/2014/main" id="{D9D93F6F-AD21-D29B-9400-91BB02BEFF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67345" y="7112463"/>
            <a:ext cx="7439362" cy="3633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3B749F9-3020-C64E-6667-D9C3B339A4CB}"/>
              </a:ext>
            </a:extLst>
          </p:cNvPr>
          <p:cNvSpPr txBox="1"/>
          <p:nvPr/>
        </p:nvSpPr>
        <p:spPr>
          <a:xfrm>
            <a:off x="11367345" y="9794659"/>
            <a:ext cx="2743698" cy="646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800" dirty="0"/>
              <a:t>*Queue </a:t>
            </a:r>
            <a:r>
              <a:rPr lang="ru-RU" sz="1800" dirty="0"/>
              <a:t>на картинке</a:t>
            </a:r>
            <a:r>
              <a:rPr lang="en-US" sz="1800" dirty="0"/>
              <a:t> </a:t>
            </a:r>
            <a:r>
              <a:rPr lang="ru-RU" sz="1800" dirty="0"/>
              <a:t>!=</a:t>
            </a: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1800" dirty="0"/>
              <a:t>реальная структура данных</a:t>
            </a:r>
            <a:endParaRPr kumimoji="0" lang="en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</p:spTree>
    <p:extLst>
      <p:ext uri="{BB962C8B-B14F-4D97-AF65-F5344CB8AC3E}">
        <p14:creationId xmlns:p14="http://schemas.microsoft.com/office/powerpoint/2010/main" val="4137440465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1">
            <a:extLst>
              <a:ext uri="{FF2B5EF4-FFF2-40B4-BE49-F238E27FC236}">
                <a16:creationId xmlns:a16="http://schemas.microsoft.com/office/drawing/2014/main" id="{B49B6BCC-F49E-7E93-43C9-B3D7CD78BD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</p:spPr>
        <p:txBody>
          <a:bodyPr/>
          <a:lstStyle/>
          <a:p>
            <a:fld id="{86CB4B4D-7CA3-9044-876B-883B54F8677D}" type="slidenum">
              <a:rPr lang="ru-RU" smtClean="0"/>
              <a:pPr/>
              <a:t>24</a:t>
            </a:fld>
            <a:endParaRPr lang="ru-RU" dirty="0"/>
          </a:p>
        </p:txBody>
      </p:sp>
      <p:sp>
        <p:nvSpPr>
          <p:cNvPr id="2" name="Текст 17">
            <a:extLst>
              <a:ext uri="{FF2B5EF4-FFF2-40B4-BE49-F238E27FC236}">
                <a16:creationId xmlns:a16="http://schemas.microsoft.com/office/drawing/2014/main" id="{12A20E46-8A24-3742-5969-7AFB9A042AAE}"/>
              </a:ext>
            </a:extLst>
          </p:cNvPr>
          <p:cNvSpPr txBox="1">
            <a:spLocks/>
          </p:cNvSpPr>
          <p:nvPr/>
        </p:nvSpPr>
        <p:spPr>
          <a:xfrm>
            <a:off x="719138" y="562637"/>
            <a:ext cx="18016248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marR="0" indent="11443" algn="l" defTabSz="411479" rtl="0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 sz="5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1pPr>
            <a:lvl2pPr marL="720000" marR="0" indent="-445133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2pPr>
            <a:lvl3pPr marL="1440000" marR="0" indent="-52606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3pPr>
            <a:lvl4pPr marL="2160000" marR="0" indent="-59862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4pPr>
            <a:lvl5pPr marL="3617794" marR="0" indent="-598628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5pPr>
            <a:lvl6pPr marL="4372585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6pPr>
            <a:lvl7pPr marL="5127377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7pPr>
            <a:lvl8pPr marL="5882168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8pPr>
            <a:lvl9pPr marL="6636960" marR="0" indent="-598627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9pPr>
          </a:lstStyle>
          <a:p>
            <a:pPr hangingPunct="1"/>
            <a:r>
              <a:rPr lang="ru-RU" sz="6000" b="1" dirty="0">
                <a:latin typeface="Tinkoff Sans" panose="02000506050000020004" pitchFamily="2" charset="0"/>
              </a:rPr>
              <a:t>Посмотрим на примерах</a:t>
            </a:r>
            <a:r>
              <a:rPr lang="en-US" sz="6000" b="1" dirty="0">
                <a:latin typeface="Tinkoff Sans" panose="02000506050000020004" pitchFamily="2" charset="0"/>
              </a:rPr>
              <a:t>?</a:t>
            </a:r>
          </a:p>
        </p:txBody>
      </p:sp>
      <p:pic>
        <p:nvPicPr>
          <p:cNvPr id="4" name="Picture 3" descr="IntelliJ Light Theme Theme for JetBrains IDEs | JetBrains Marketplace">
            <a:extLst>
              <a:ext uri="{FF2B5EF4-FFF2-40B4-BE49-F238E27FC236}">
                <a16:creationId xmlns:a16="http://schemas.microsoft.com/office/drawing/2014/main" id="{9CBAA9F6-796A-8AD1-5B93-E219C9DFF6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197" y="1809344"/>
            <a:ext cx="11244571" cy="7541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05B547A-A249-5A42-5E6C-D531BDD959F6}"/>
              </a:ext>
            </a:extLst>
          </p:cNvPr>
          <p:cNvSpPr txBox="1"/>
          <p:nvPr/>
        </p:nvSpPr>
        <p:spPr>
          <a:xfrm>
            <a:off x="12110768" y="9350992"/>
            <a:ext cx="5962528" cy="646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3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Обратимся к исходному коду</a:t>
            </a:r>
            <a:r>
              <a:rPr kumimoji="0" lang="en-US" sz="3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…</a:t>
            </a:r>
            <a:endParaRPr kumimoji="0" lang="en-RU" sz="36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</p:spTree>
    <p:extLst>
      <p:ext uri="{BB962C8B-B14F-4D97-AF65-F5344CB8AC3E}">
        <p14:creationId xmlns:p14="http://schemas.microsoft.com/office/powerpoint/2010/main" val="316375631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1" name="Текст 22"/>
          <p:cNvSpPr txBox="1">
            <a:spLocks noGrp="1"/>
          </p:cNvSpPr>
          <p:nvPr>
            <p:ph type="body" sz="quarter" idx="1"/>
          </p:nvPr>
        </p:nvSpPr>
        <p:spPr>
          <a:xfrm>
            <a:off x="5536692" y="4504064"/>
            <a:ext cx="12126468" cy="2220585"/>
          </a:xfrm>
          <a:prstGeom prst="rect">
            <a:avLst/>
          </a:prstGeom>
        </p:spPr>
        <p:txBody>
          <a:bodyPr lIns="0" anchor="ctr" anchorCtr="0">
            <a:noAutofit/>
          </a:bodyPr>
          <a:lstStyle>
            <a:lvl1pPr>
              <a:defRPr sz="8000"/>
            </a:lvl1pPr>
          </a:lstStyle>
          <a:p>
            <a:pPr>
              <a:lnSpc>
                <a:spcPct val="100000"/>
              </a:lnSpc>
            </a:pPr>
            <a:r>
              <a:rPr lang="en-US" sz="5400" b="1" dirty="0">
                <a:latin typeface="Tinkoff Sans" panose="02000506050000020004" pitchFamily="2" charset="0"/>
              </a:rPr>
              <a:t>Java Memory Model</a:t>
            </a:r>
            <a:endParaRPr lang="ru-RU" sz="5400" b="1" dirty="0">
              <a:latin typeface="Tinkoff Sans" panose="02000506050000020004" pitchFamily="2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D13592C-188F-5818-FDD5-F2F3FE7F00B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6368"/>
          <a:stretch/>
        </p:blipFill>
        <p:spPr>
          <a:xfrm>
            <a:off x="429391" y="719138"/>
            <a:ext cx="3747299" cy="135990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4BCF10F-EA36-E511-0636-41887B90D4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391" y="278503"/>
            <a:ext cx="3747298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2873019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1">
            <a:extLst>
              <a:ext uri="{FF2B5EF4-FFF2-40B4-BE49-F238E27FC236}">
                <a16:creationId xmlns:a16="http://schemas.microsoft.com/office/drawing/2014/main" id="{B49B6BCC-F49E-7E93-43C9-B3D7CD78BD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</p:spPr>
        <p:txBody>
          <a:bodyPr/>
          <a:lstStyle/>
          <a:p>
            <a:fld id="{86CB4B4D-7CA3-9044-876B-883B54F8677D}" type="slidenum">
              <a:rPr lang="ru-RU" smtClean="0"/>
              <a:pPr/>
              <a:t>26</a:t>
            </a:fld>
            <a:endParaRPr lang="ru-RU" dirty="0"/>
          </a:p>
        </p:txBody>
      </p:sp>
      <p:sp>
        <p:nvSpPr>
          <p:cNvPr id="2" name="Текст 17">
            <a:extLst>
              <a:ext uri="{FF2B5EF4-FFF2-40B4-BE49-F238E27FC236}">
                <a16:creationId xmlns:a16="http://schemas.microsoft.com/office/drawing/2014/main" id="{12A20E46-8A24-3742-5969-7AFB9A042AAE}"/>
              </a:ext>
            </a:extLst>
          </p:cNvPr>
          <p:cNvSpPr txBox="1">
            <a:spLocks/>
          </p:cNvSpPr>
          <p:nvPr/>
        </p:nvSpPr>
        <p:spPr>
          <a:xfrm>
            <a:off x="719138" y="562637"/>
            <a:ext cx="18016248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marR="0" indent="11443" algn="l" defTabSz="411479" rtl="0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 sz="5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1pPr>
            <a:lvl2pPr marL="720000" marR="0" indent="-445133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2pPr>
            <a:lvl3pPr marL="1440000" marR="0" indent="-52606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3pPr>
            <a:lvl4pPr marL="2160000" marR="0" indent="-59862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4pPr>
            <a:lvl5pPr marL="3617794" marR="0" indent="-598628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5pPr>
            <a:lvl6pPr marL="4372585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6pPr>
            <a:lvl7pPr marL="5127377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7pPr>
            <a:lvl8pPr marL="5882168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8pPr>
            <a:lvl9pPr marL="6636960" marR="0" indent="-598627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9pPr>
          </a:lstStyle>
          <a:p>
            <a:pPr hangingPunct="1"/>
            <a:r>
              <a:rPr lang="ru-RU" sz="6000" b="1" dirty="0">
                <a:latin typeface="Tinkoff Sans" panose="02000506050000020004" pitchFamily="2" charset="0"/>
              </a:rPr>
              <a:t>Кратко про </a:t>
            </a:r>
            <a:r>
              <a:rPr lang="en-US" sz="6000" b="1" dirty="0">
                <a:latin typeface="Tinkoff Sans" panose="02000506050000020004" pitchFamily="2" charset="0"/>
              </a:rPr>
              <a:t>JMM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03EA120-9983-9203-8455-0F3BD3C8B8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138" y="1807337"/>
            <a:ext cx="13164573" cy="409564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EDCA9EF-4E04-C482-3E9E-346CBC2C37CD}"/>
              </a:ext>
            </a:extLst>
          </p:cNvPr>
          <p:cNvSpPr txBox="1"/>
          <p:nvPr/>
        </p:nvSpPr>
        <p:spPr>
          <a:xfrm>
            <a:off x="12040417" y="9794659"/>
            <a:ext cx="7039746" cy="646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3600" dirty="0">
                <a:hlinkClick r:id="rId4"/>
              </a:rPr>
              <a:t>Разговор буквально на пару минут</a:t>
            </a:r>
            <a:r>
              <a:rPr kumimoji="0" lang="en-US" sz="3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sym typeface="Tinkoff Sans"/>
                <a:hlinkClick r:id="rId4"/>
              </a:rPr>
              <a:t>…</a:t>
            </a:r>
            <a:endParaRPr kumimoji="0" lang="en-RU" sz="36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AFE8623-9D2B-B3FF-2F7A-11E91BDC00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60290" y="5900248"/>
            <a:ext cx="3530600" cy="353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303069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1">
            <a:extLst>
              <a:ext uri="{FF2B5EF4-FFF2-40B4-BE49-F238E27FC236}">
                <a16:creationId xmlns:a16="http://schemas.microsoft.com/office/drawing/2014/main" id="{B49B6BCC-F49E-7E93-43C9-B3D7CD78BD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</p:spPr>
        <p:txBody>
          <a:bodyPr/>
          <a:lstStyle/>
          <a:p>
            <a:fld id="{86CB4B4D-7CA3-9044-876B-883B54F8677D}" type="slidenum">
              <a:rPr lang="ru-RU" smtClean="0"/>
              <a:pPr/>
              <a:t>27</a:t>
            </a:fld>
            <a:endParaRPr lang="ru-RU" dirty="0"/>
          </a:p>
        </p:txBody>
      </p:sp>
      <p:sp>
        <p:nvSpPr>
          <p:cNvPr id="2" name="Текст 17">
            <a:extLst>
              <a:ext uri="{FF2B5EF4-FFF2-40B4-BE49-F238E27FC236}">
                <a16:creationId xmlns:a16="http://schemas.microsoft.com/office/drawing/2014/main" id="{12A20E46-8A24-3742-5969-7AFB9A042AAE}"/>
              </a:ext>
            </a:extLst>
          </p:cNvPr>
          <p:cNvSpPr txBox="1">
            <a:spLocks/>
          </p:cNvSpPr>
          <p:nvPr/>
        </p:nvSpPr>
        <p:spPr>
          <a:xfrm>
            <a:off x="719138" y="562637"/>
            <a:ext cx="18016248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marR="0" indent="11443" algn="l" defTabSz="411479" rtl="0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 sz="5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1pPr>
            <a:lvl2pPr marL="720000" marR="0" indent="-445133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2pPr>
            <a:lvl3pPr marL="1440000" marR="0" indent="-52606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3pPr>
            <a:lvl4pPr marL="2160000" marR="0" indent="-59862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4pPr>
            <a:lvl5pPr marL="3617794" marR="0" indent="-598628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5pPr>
            <a:lvl6pPr marL="4372585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6pPr>
            <a:lvl7pPr marL="5127377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7pPr>
            <a:lvl8pPr marL="5882168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8pPr>
            <a:lvl9pPr marL="6636960" marR="0" indent="-598627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9pPr>
          </a:lstStyle>
          <a:p>
            <a:pPr hangingPunct="1"/>
            <a:r>
              <a:rPr lang="ru-RU" sz="6000" b="1" dirty="0">
                <a:latin typeface="Tinkoff Sans" panose="02000506050000020004" pitchFamily="2" charset="0"/>
              </a:rPr>
              <a:t>Каков результат выполнения следующего кода?</a:t>
            </a:r>
            <a:r>
              <a:rPr lang="en-US" sz="6000" b="1" baseline="-25000" dirty="0">
                <a:latin typeface="Tinkoff Sans" panose="02000506050000020004" pitchFamily="2" charset="0"/>
              </a:rPr>
              <a:t>1</a:t>
            </a:r>
            <a:endParaRPr lang="en-US" sz="6000" b="1" dirty="0">
              <a:latin typeface="Tinkoff Sans" panose="02000506050000020004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0FBFFE-F812-C3B2-9F0D-B8F5EED12F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138" y="1655763"/>
            <a:ext cx="5080964" cy="651897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8E804E4-3947-71A4-351E-54BABCD1E6F2}"/>
              </a:ext>
            </a:extLst>
          </p:cNvPr>
          <p:cNvSpPr txBox="1"/>
          <p:nvPr/>
        </p:nvSpPr>
        <p:spPr>
          <a:xfrm>
            <a:off x="13321817" y="1655763"/>
            <a:ext cx="5758346" cy="52629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2800" dirty="0"/>
              <a:t>Данный тест был запущен 1000 раз. 1 запуск – одно значение в массиве </a:t>
            </a:r>
            <a:r>
              <a:rPr lang="en-US" sz="2800" b="1" dirty="0"/>
              <a:t>results</a:t>
            </a:r>
            <a:r>
              <a:rPr lang="en-US" sz="2800" dirty="0"/>
              <a:t>.</a:t>
            </a:r>
            <a:r>
              <a:rPr lang="en-US" sz="2800" b="1" dirty="0"/>
              <a:t> </a:t>
            </a:r>
            <a:endParaRPr lang="ru-RU" sz="2800" b="1" dirty="0"/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ru-RU" sz="2800" b="1" dirty="0"/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2800" dirty="0"/>
              <a:t>Какие из следующих утверждений верны?</a:t>
            </a:r>
            <a:r>
              <a:rPr lang="en-US" sz="2800" dirty="0"/>
              <a:t> </a:t>
            </a:r>
            <a:endParaRPr kumimoji="0" lang="en-US" sz="280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sz="2800" b="1" dirty="0"/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28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Варианты</a:t>
            </a:r>
            <a:r>
              <a:rPr kumimoji="0" lang="en-US" sz="28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:</a:t>
            </a:r>
          </a:p>
          <a:p>
            <a:pPr marL="285750" marR="0" indent="-28575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sz="280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Среди результатов есть </a:t>
            </a:r>
            <a:r>
              <a:rPr kumimoji="0" lang="en-US" sz="280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x=</a:t>
            </a:r>
            <a:r>
              <a:rPr kumimoji="0" lang="ru-RU" sz="280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1</a:t>
            </a:r>
            <a:r>
              <a:rPr kumimoji="0" lang="en-US" sz="280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, y=1</a:t>
            </a:r>
            <a:endParaRPr kumimoji="0" lang="ru-RU" sz="280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  <a:p>
            <a:pPr marL="285750" marR="0" indent="-28575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sz="280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Среди результатов есть </a:t>
            </a:r>
            <a:r>
              <a:rPr kumimoji="0" lang="en-US" sz="280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x=</a:t>
            </a:r>
            <a:r>
              <a:rPr lang="en-US" sz="2800" dirty="0"/>
              <a:t>0</a:t>
            </a:r>
            <a:r>
              <a:rPr kumimoji="0" lang="en-US" sz="280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, y=1</a:t>
            </a:r>
            <a:endParaRPr kumimoji="0" lang="ru-RU" sz="280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  <a:p>
            <a:pPr marL="285750" marR="0" indent="-28575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sz="280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Среди результатов есть </a:t>
            </a:r>
            <a:r>
              <a:rPr kumimoji="0" lang="en-US" sz="280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x=1, y=0</a:t>
            </a: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kumimoji="0" lang="ru-RU" sz="280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Среди результатов есть </a:t>
            </a:r>
            <a:r>
              <a:rPr kumimoji="0" lang="en-US" sz="280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x=</a:t>
            </a:r>
            <a:r>
              <a:rPr lang="en-US" sz="2800" dirty="0"/>
              <a:t>0</a:t>
            </a:r>
            <a:r>
              <a:rPr kumimoji="0" lang="en-US" sz="280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, y=0</a:t>
            </a:r>
            <a:endParaRPr kumimoji="0" lang="ru-RU" sz="280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9DF27A7-D764-6588-EEA2-32C93AD5E63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925" t="16331" r="2546" b="10044"/>
          <a:stretch/>
        </p:blipFill>
        <p:spPr>
          <a:xfrm>
            <a:off x="5971969" y="1655763"/>
            <a:ext cx="7177980" cy="7469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426458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1">
            <a:extLst>
              <a:ext uri="{FF2B5EF4-FFF2-40B4-BE49-F238E27FC236}">
                <a16:creationId xmlns:a16="http://schemas.microsoft.com/office/drawing/2014/main" id="{B49B6BCC-F49E-7E93-43C9-B3D7CD78BD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</p:spPr>
        <p:txBody>
          <a:bodyPr/>
          <a:lstStyle/>
          <a:p>
            <a:fld id="{86CB4B4D-7CA3-9044-876B-883B54F8677D}" type="slidenum">
              <a:rPr lang="ru-RU" smtClean="0"/>
              <a:pPr/>
              <a:t>28</a:t>
            </a:fld>
            <a:endParaRPr lang="ru-RU" dirty="0"/>
          </a:p>
        </p:txBody>
      </p:sp>
      <p:sp>
        <p:nvSpPr>
          <p:cNvPr id="2" name="Текст 17">
            <a:extLst>
              <a:ext uri="{FF2B5EF4-FFF2-40B4-BE49-F238E27FC236}">
                <a16:creationId xmlns:a16="http://schemas.microsoft.com/office/drawing/2014/main" id="{12A20E46-8A24-3742-5969-7AFB9A042AAE}"/>
              </a:ext>
            </a:extLst>
          </p:cNvPr>
          <p:cNvSpPr txBox="1">
            <a:spLocks/>
          </p:cNvSpPr>
          <p:nvPr/>
        </p:nvSpPr>
        <p:spPr>
          <a:xfrm>
            <a:off x="719138" y="562637"/>
            <a:ext cx="18016248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marR="0" indent="11443" algn="l" defTabSz="411479" rtl="0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 sz="5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1pPr>
            <a:lvl2pPr marL="720000" marR="0" indent="-445133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2pPr>
            <a:lvl3pPr marL="1440000" marR="0" indent="-52606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3pPr>
            <a:lvl4pPr marL="2160000" marR="0" indent="-59862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4pPr>
            <a:lvl5pPr marL="3617794" marR="0" indent="-598628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5pPr>
            <a:lvl6pPr marL="4372585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6pPr>
            <a:lvl7pPr marL="5127377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7pPr>
            <a:lvl8pPr marL="5882168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8pPr>
            <a:lvl9pPr marL="6636960" marR="0" indent="-598627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9pPr>
          </a:lstStyle>
          <a:p>
            <a:pPr hangingPunct="1"/>
            <a:r>
              <a:rPr lang="ru-RU" sz="6000" b="1" dirty="0">
                <a:latin typeface="Tinkoff Sans" panose="02000506050000020004" pitchFamily="2" charset="0"/>
              </a:rPr>
              <a:t>Каков результат выполнения следующего кода?</a:t>
            </a:r>
            <a:r>
              <a:rPr lang="en-US" sz="6000" b="1" baseline="-25000" dirty="0">
                <a:latin typeface="Tinkoff Sans" panose="02000506050000020004" pitchFamily="2" charset="0"/>
              </a:rPr>
              <a:t>2</a:t>
            </a:r>
            <a:endParaRPr lang="en-US" sz="6000" b="1" dirty="0">
              <a:latin typeface="Tinkoff Sans" panose="02000506050000020004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0FBFFE-F812-C3B2-9F0D-B8F5EED12F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138" y="1655763"/>
            <a:ext cx="5080964" cy="651897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8E804E4-3947-71A4-351E-54BABCD1E6F2}"/>
              </a:ext>
            </a:extLst>
          </p:cNvPr>
          <p:cNvSpPr txBox="1"/>
          <p:nvPr/>
        </p:nvSpPr>
        <p:spPr>
          <a:xfrm>
            <a:off x="13321817" y="1655763"/>
            <a:ext cx="5758346" cy="52629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2800" dirty="0"/>
              <a:t>Данный тест был запущен 1000 раз. 1 запуск – одно значение в массиве </a:t>
            </a:r>
            <a:r>
              <a:rPr lang="en-US" sz="2800" b="1" dirty="0"/>
              <a:t>results</a:t>
            </a:r>
            <a:r>
              <a:rPr lang="en-US" sz="2800" dirty="0"/>
              <a:t>.</a:t>
            </a:r>
            <a:r>
              <a:rPr lang="en-US" sz="2800" b="1" dirty="0"/>
              <a:t> </a:t>
            </a:r>
            <a:endParaRPr lang="ru-RU" sz="2800" b="1" dirty="0"/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ru-RU" sz="2800" b="1" dirty="0"/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2800" dirty="0"/>
              <a:t>Какие из следующих утверждений верны?</a:t>
            </a:r>
            <a:r>
              <a:rPr lang="en-US" sz="2800" dirty="0"/>
              <a:t> </a:t>
            </a:r>
            <a:endParaRPr kumimoji="0" lang="en-US" sz="280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sz="2800" b="1" dirty="0"/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28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Варианты</a:t>
            </a:r>
            <a:r>
              <a:rPr kumimoji="0" lang="en-US" sz="28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:</a:t>
            </a:r>
          </a:p>
          <a:p>
            <a:pPr marL="285750" marR="0" indent="-28575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sz="2800" i="0" u="none" strike="noStrike" cap="none" spc="0" normalizeH="0" baseline="0" dirty="0">
                <a:ln>
                  <a:noFill/>
                </a:ln>
                <a:solidFill>
                  <a:srgbClr val="72A242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Среди результатов есть </a:t>
            </a:r>
            <a:r>
              <a:rPr kumimoji="0" lang="en-US" sz="2800" i="0" u="none" strike="noStrike" cap="none" spc="0" normalizeH="0" baseline="0" dirty="0">
                <a:ln>
                  <a:noFill/>
                </a:ln>
                <a:solidFill>
                  <a:srgbClr val="72A242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x=</a:t>
            </a:r>
            <a:r>
              <a:rPr kumimoji="0" lang="ru-RU" sz="2800" i="0" u="none" strike="noStrike" cap="none" spc="0" normalizeH="0" baseline="0" dirty="0">
                <a:ln>
                  <a:noFill/>
                </a:ln>
                <a:solidFill>
                  <a:srgbClr val="72A242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1</a:t>
            </a:r>
            <a:r>
              <a:rPr kumimoji="0" lang="en-US" sz="2800" i="0" u="none" strike="noStrike" cap="none" spc="0" normalizeH="0" baseline="0" dirty="0">
                <a:ln>
                  <a:noFill/>
                </a:ln>
                <a:solidFill>
                  <a:srgbClr val="72A242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, y=1</a:t>
            </a:r>
            <a:endParaRPr kumimoji="0" lang="ru-RU" sz="2800" i="0" u="none" strike="noStrike" cap="none" spc="0" normalizeH="0" baseline="0" dirty="0">
              <a:ln>
                <a:noFill/>
              </a:ln>
              <a:solidFill>
                <a:srgbClr val="72A242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  <a:p>
            <a:pPr marL="285750" marR="0" indent="-28575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sz="2800" i="0" u="none" strike="noStrike" cap="none" spc="0" normalizeH="0" baseline="0" dirty="0">
                <a:ln>
                  <a:noFill/>
                </a:ln>
                <a:solidFill>
                  <a:srgbClr val="72A242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Среди результатов есть </a:t>
            </a:r>
            <a:r>
              <a:rPr kumimoji="0" lang="en-US" sz="2800" i="0" u="none" strike="noStrike" cap="none" spc="0" normalizeH="0" baseline="0" dirty="0">
                <a:ln>
                  <a:noFill/>
                </a:ln>
                <a:solidFill>
                  <a:srgbClr val="72A242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x=</a:t>
            </a:r>
            <a:r>
              <a:rPr lang="en-US" sz="2800" dirty="0">
                <a:solidFill>
                  <a:srgbClr val="72A242"/>
                </a:solidFill>
              </a:rPr>
              <a:t>0</a:t>
            </a:r>
            <a:r>
              <a:rPr kumimoji="0" lang="en-US" sz="2800" i="0" u="none" strike="noStrike" cap="none" spc="0" normalizeH="0" baseline="0" dirty="0">
                <a:ln>
                  <a:noFill/>
                </a:ln>
                <a:solidFill>
                  <a:srgbClr val="72A242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, y=1</a:t>
            </a:r>
            <a:endParaRPr kumimoji="0" lang="ru-RU" sz="2800" i="0" u="none" strike="noStrike" cap="none" spc="0" normalizeH="0" baseline="0" dirty="0">
              <a:ln>
                <a:noFill/>
              </a:ln>
              <a:solidFill>
                <a:srgbClr val="72A242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  <a:p>
            <a:pPr marL="285750" marR="0" indent="-28575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sz="2800" i="0" u="none" strike="noStrike" cap="none" spc="0" normalizeH="0" baseline="0" dirty="0">
                <a:ln>
                  <a:noFill/>
                </a:ln>
                <a:solidFill>
                  <a:srgbClr val="72A242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Среди результатов есть </a:t>
            </a:r>
            <a:r>
              <a:rPr kumimoji="0" lang="en-US" sz="2800" i="0" u="none" strike="noStrike" cap="none" spc="0" normalizeH="0" baseline="0" dirty="0">
                <a:ln>
                  <a:noFill/>
                </a:ln>
                <a:solidFill>
                  <a:srgbClr val="72A242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x=1, y=0</a:t>
            </a: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kumimoji="0" lang="ru-RU" sz="2800" i="0" u="none" strike="noStrike" cap="none" spc="0" normalizeH="0" baseline="0" dirty="0">
                <a:ln>
                  <a:noFill/>
                </a:ln>
                <a:solidFill>
                  <a:srgbClr val="72A242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Среди результатов есть </a:t>
            </a:r>
            <a:r>
              <a:rPr kumimoji="0" lang="en-US" sz="2800" i="0" u="none" strike="noStrike" cap="none" spc="0" normalizeH="0" baseline="0" dirty="0">
                <a:ln>
                  <a:noFill/>
                </a:ln>
                <a:solidFill>
                  <a:srgbClr val="72A242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x=</a:t>
            </a:r>
            <a:r>
              <a:rPr lang="en-US" sz="2800" dirty="0">
                <a:solidFill>
                  <a:srgbClr val="72A242"/>
                </a:solidFill>
              </a:rPr>
              <a:t>0</a:t>
            </a:r>
            <a:r>
              <a:rPr kumimoji="0" lang="en-US" sz="2800" i="0" u="none" strike="noStrike" cap="none" spc="0" normalizeH="0" baseline="0" dirty="0">
                <a:ln>
                  <a:noFill/>
                </a:ln>
                <a:solidFill>
                  <a:srgbClr val="72A242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, y=0</a:t>
            </a:r>
            <a:endParaRPr kumimoji="0" lang="ru-RU" sz="2800" i="0" u="none" strike="noStrike" cap="none" spc="0" normalizeH="0" baseline="0" dirty="0">
              <a:ln>
                <a:noFill/>
              </a:ln>
              <a:solidFill>
                <a:srgbClr val="72A242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9DF27A7-D764-6588-EEA2-32C93AD5E63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925" t="16331" r="2546" b="10044"/>
          <a:stretch/>
        </p:blipFill>
        <p:spPr>
          <a:xfrm>
            <a:off x="5971969" y="1655763"/>
            <a:ext cx="7177980" cy="7469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402752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1">
            <a:extLst>
              <a:ext uri="{FF2B5EF4-FFF2-40B4-BE49-F238E27FC236}">
                <a16:creationId xmlns:a16="http://schemas.microsoft.com/office/drawing/2014/main" id="{B49B6BCC-F49E-7E93-43C9-B3D7CD78BD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</p:spPr>
        <p:txBody>
          <a:bodyPr/>
          <a:lstStyle/>
          <a:p>
            <a:fld id="{86CB4B4D-7CA3-9044-876B-883B54F8677D}" type="slidenum">
              <a:rPr lang="ru-RU" smtClean="0"/>
              <a:pPr/>
              <a:t>29</a:t>
            </a:fld>
            <a:endParaRPr lang="ru-RU" dirty="0"/>
          </a:p>
        </p:txBody>
      </p:sp>
      <p:sp>
        <p:nvSpPr>
          <p:cNvPr id="2" name="Текст 17">
            <a:extLst>
              <a:ext uri="{FF2B5EF4-FFF2-40B4-BE49-F238E27FC236}">
                <a16:creationId xmlns:a16="http://schemas.microsoft.com/office/drawing/2014/main" id="{12A20E46-8A24-3742-5969-7AFB9A042AAE}"/>
              </a:ext>
            </a:extLst>
          </p:cNvPr>
          <p:cNvSpPr txBox="1">
            <a:spLocks/>
          </p:cNvSpPr>
          <p:nvPr/>
        </p:nvSpPr>
        <p:spPr>
          <a:xfrm>
            <a:off x="719138" y="562637"/>
            <a:ext cx="18016248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marR="0" indent="11443" algn="l" defTabSz="411479" rtl="0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 sz="5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1pPr>
            <a:lvl2pPr marL="720000" marR="0" indent="-445133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2pPr>
            <a:lvl3pPr marL="1440000" marR="0" indent="-52606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3pPr>
            <a:lvl4pPr marL="2160000" marR="0" indent="-59862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4pPr>
            <a:lvl5pPr marL="3617794" marR="0" indent="-598628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5pPr>
            <a:lvl6pPr marL="4372585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6pPr>
            <a:lvl7pPr marL="5127377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7pPr>
            <a:lvl8pPr marL="5882168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8pPr>
            <a:lvl9pPr marL="6636960" marR="0" indent="-598627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9pPr>
          </a:lstStyle>
          <a:p>
            <a:pPr hangingPunct="1"/>
            <a:r>
              <a:rPr lang="ru-RU" sz="6000" b="1" dirty="0">
                <a:latin typeface="Tinkoff Sans" panose="02000506050000020004" pitchFamily="2" charset="0"/>
              </a:rPr>
              <a:t>Каков результат выполнения следующего кода?</a:t>
            </a:r>
            <a:r>
              <a:rPr lang="en-US" sz="6000" b="1" baseline="-25000" dirty="0">
                <a:latin typeface="Tinkoff Sans" panose="02000506050000020004" pitchFamily="2" charset="0"/>
              </a:rPr>
              <a:t>3</a:t>
            </a:r>
            <a:endParaRPr lang="en-US" sz="6000" b="1" dirty="0">
              <a:latin typeface="Tinkoff Sans" panose="02000506050000020004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0FBFFE-F812-C3B2-9F0D-B8F5EED12F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138" y="1655763"/>
            <a:ext cx="5080964" cy="651897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8E804E4-3947-71A4-351E-54BABCD1E6F2}"/>
              </a:ext>
            </a:extLst>
          </p:cNvPr>
          <p:cNvSpPr txBox="1"/>
          <p:nvPr/>
        </p:nvSpPr>
        <p:spPr>
          <a:xfrm>
            <a:off x="13321817" y="1655763"/>
            <a:ext cx="5758346" cy="606319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2800" dirty="0"/>
              <a:t>Данный тест был запущен 1000 раз. 1 запуск – одно значение в массиве </a:t>
            </a:r>
            <a:r>
              <a:rPr lang="en-US" sz="2800" b="1" dirty="0"/>
              <a:t>results</a:t>
            </a:r>
            <a:r>
              <a:rPr lang="en-US" sz="2800" dirty="0"/>
              <a:t>.</a:t>
            </a:r>
            <a:r>
              <a:rPr lang="en-US" sz="2800" b="1" dirty="0"/>
              <a:t> </a:t>
            </a:r>
            <a:endParaRPr lang="ru-RU" sz="2800" b="1" dirty="0"/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ru-RU" sz="2800" b="1" dirty="0"/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2800" dirty="0"/>
              <a:t>Какие из следующих утверждений верны?</a:t>
            </a:r>
            <a:r>
              <a:rPr lang="en-US" sz="2800" dirty="0"/>
              <a:t> </a:t>
            </a:r>
            <a:endParaRPr kumimoji="0" lang="en-US" sz="280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sz="2800" b="1" dirty="0"/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28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Варианты</a:t>
            </a:r>
            <a:r>
              <a:rPr kumimoji="0" lang="en-US" sz="28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:</a:t>
            </a:r>
          </a:p>
          <a:p>
            <a:pPr marL="285750" marR="0" indent="-28575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sz="280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Среди результатов есть </a:t>
            </a:r>
            <a:r>
              <a:rPr kumimoji="0" lang="en-US" sz="280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x=</a:t>
            </a:r>
            <a:r>
              <a:rPr kumimoji="0" lang="ru-RU" sz="280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1</a:t>
            </a:r>
            <a:r>
              <a:rPr kumimoji="0" lang="en-US" sz="280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, y=1</a:t>
            </a:r>
            <a:endParaRPr kumimoji="0" lang="ru-RU" sz="280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  <a:p>
            <a:pPr marL="285750" marR="0" indent="-28575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sz="280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Среди результатов есть </a:t>
            </a:r>
            <a:r>
              <a:rPr kumimoji="0" lang="en-US" sz="280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x=</a:t>
            </a:r>
            <a:r>
              <a:rPr lang="en-US" sz="2800" dirty="0">
                <a:solidFill>
                  <a:schemeClr val="tx1"/>
                </a:solidFill>
              </a:rPr>
              <a:t>0</a:t>
            </a:r>
            <a:r>
              <a:rPr kumimoji="0" lang="en-US" sz="280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, y=1</a:t>
            </a:r>
            <a:endParaRPr kumimoji="0" lang="ru-RU" sz="280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  <a:p>
            <a:pPr marL="285750" marR="0" indent="-28575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sz="280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Среди результатов есть </a:t>
            </a:r>
            <a:r>
              <a:rPr kumimoji="0" lang="en-US" sz="280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x=1, y=0</a:t>
            </a: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kumimoji="0" lang="ru-RU" sz="4000" i="0" u="none" strike="noStrike" cap="none" spc="0" normalizeH="0" baseline="0" dirty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Среди результатов есть </a:t>
            </a:r>
            <a:r>
              <a:rPr kumimoji="0" lang="en-US" sz="4000" i="0" u="none" strike="noStrike" cap="none" spc="0" normalizeH="0" baseline="0" dirty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x=</a:t>
            </a:r>
            <a:r>
              <a:rPr lang="en-US" sz="4000" dirty="0">
                <a:solidFill>
                  <a:srgbClr val="C00000"/>
                </a:solidFill>
              </a:rPr>
              <a:t>0</a:t>
            </a:r>
            <a:r>
              <a:rPr kumimoji="0" lang="en-US" sz="4000" i="0" u="none" strike="noStrike" cap="none" spc="0" normalizeH="0" baseline="0" dirty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, y=0 ?!?!?!</a:t>
            </a:r>
            <a:endParaRPr kumimoji="0" lang="ru-RU" sz="4000" i="0" u="none" strike="noStrike" cap="none" spc="0" normalizeH="0" baseline="0" dirty="0">
              <a:ln>
                <a:noFill/>
              </a:ln>
              <a:solidFill>
                <a:srgbClr val="C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9DF27A7-D764-6588-EEA2-32C93AD5E63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925" t="16331" r="2546" b="10044"/>
          <a:stretch/>
        </p:blipFill>
        <p:spPr>
          <a:xfrm>
            <a:off x="5971969" y="1655763"/>
            <a:ext cx="7177980" cy="7469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49834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1">
            <a:extLst>
              <a:ext uri="{FF2B5EF4-FFF2-40B4-BE49-F238E27FC236}">
                <a16:creationId xmlns:a16="http://schemas.microsoft.com/office/drawing/2014/main" id="{B49B6BCC-F49E-7E93-43C9-B3D7CD78BD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</p:spPr>
        <p:txBody>
          <a:bodyPr/>
          <a:lstStyle/>
          <a:p>
            <a:fld id="{86CB4B4D-7CA3-9044-876B-883B54F8677D}" type="slidenum">
              <a:rPr lang="ru-RU" smtClean="0"/>
              <a:pPr/>
              <a:t>30</a:t>
            </a:fld>
            <a:endParaRPr lang="ru-RU" dirty="0"/>
          </a:p>
        </p:txBody>
      </p:sp>
      <p:sp>
        <p:nvSpPr>
          <p:cNvPr id="2" name="Текст 17">
            <a:extLst>
              <a:ext uri="{FF2B5EF4-FFF2-40B4-BE49-F238E27FC236}">
                <a16:creationId xmlns:a16="http://schemas.microsoft.com/office/drawing/2014/main" id="{12A20E46-8A24-3742-5969-7AFB9A042AAE}"/>
              </a:ext>
            </a:extLst>
          </p:cNvPr>
          <p:cNvSpPr txBox="1">
            <a:spLocks/>
          </p:cNvSpPr>
          <p:nvPr/>
        </p:nvSpPr>
        <p:spPr>
          <a:xfrm>
            <a:off x="719138" y="562637"/>
            <a:ext cx="18016248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marR="0" indent="11443" algn="l" defTabSz="411479" rtl="0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 sz="5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1pPr>
            <a:lvl2pPr marL="720000" marR="0" indent="-445133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2pPr>
            <a:lvl3pPr marL="1440000" marR="0" indent="-52606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3pPr>
            <a:lvl4pPr marL="2160000" marR="0" indent="-59862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4pPr>
            <a:lvl5pPr marL="3617794" marR="0" indent="-598628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5pPr>
            <a:lvl6pPr marL="4372585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6pPr>
            <a:lvl7pPr marL="5127377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7pPr>
            <a:lvl8pPr marL="5882168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8pPr>
            <a:lvl9pPr marL="6636960" marR="0" indent="-598627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9pPr>
          </a:lstStyle>
          <a:p>
            <a:pPr hangingPunct="1"/>
            <a:r>
              <a:rPr lang="ru-RU" sz="6000" b="1" dirty="0">
                <a:latin typeface="Tinkoff Sans" panose="02000506050000020004" pitchFamily="2" charset="0"/>
              </a:rPr>
              <a:t>Каков результат выполнения следующего кода?</a:t>
            </a:r>
            <a:r>
              <a:rPr lang="ru-RU" sz="6000" b="1" baseline="-25000" dirty="0">
                <a:latin typeface="Tinkoff Sans" panose="02000506050000020004" pitchFamily="2" charset="0"/>
              </a:rPr>
              <a:t>4</a:t>
            </a:r>
            <a:endParaRPr lang="en-US" sz="6000" b="1" dirty="0">
              <a:latin typeface="Tinkoff Sans" panose="02000506050000020004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A34A13-D80C-9D04-5414-BC5C30F9EC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439" y="4065429"/>
            <a:ext cx="18290724" cy="319100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F668DC7-296C-16CC-ED12-663FC558350A}"/>
              </a:ext>
            </a:extLst>
          </p:cNvPr>
          <p:cNvSpPr txBox="1"/>
          <p:nvPr/>
        </p:nvSpPr>
        <p:spPr>
          <a:xfrm>
            <a:off x="719138" y="1898536"/>
            <a:ext cx="18290724" cy="17543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3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Скриншот-доказательство. Причем стоит обратить внимание на то, что среди 1000 итераций, не было ни одной, при которой бы и </a:t>
            </a:r>
            <a:r>
              <a:rPr kumimoji="0" lang="en-US" sz="3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X, </a:t>
            </a:r>
            <a:r>
              <a:rPr kumimoji="0" lang="ru-RU" sz="3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и </a:t>
            </a:r>
            <a:r>
              <a:rPr kumimoji="0" lang="en-US" sz="3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Y </a:t>
            </a:r>
            <a:r>
              <a:rPr kumimoji="0" lang="ru-RU" sz="3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были бы проинициализированы перед чтением. Это обусловлено очень низкой вероятностью подобного рода оптимизации</a:t>
            </a:r>
            <a:r>
              <a:rPr kumimoji="0" lang="en-US" sz="3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. </a:t>
            </a:r>
            <a:r>
              <a:rPr kumimoji="0" lang="ru-RU" sz="3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 </a:t>
            </a:r>
            <a:endParaRPr kumimoji="0" lang="en-RU" sz="36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1B6E6E-3096-9C52-0DEC-F18286F90373}"/>
              </a:ext>
            </a:extLst>
          </p:cNvPr>
          <p:cNvSpPr txBox="1"/>
          <p:nvPr/>
        </p:nvSpPr>
        <p:spPr>
          <a:xfrm>
            <a:off x="4844836" y="7191952"/>
            <a:ext cx="9764851" cy="95410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/>
              <a:t>* </a:t>
            </a:r>
            <a:r>
              <a:rPr lang="ru-RU" sz="2800" dirty="0"/>
              <a:t>Пример запуска теста на </a:t>
            </a:r>
            <a:r>
              <a:rPr lang="en-RU" sz="2800" dirty="0"/>
              <a:t>MacOS </a:t>
            </a:r>
            <a:r>
              <a:rPr lang="ru-RU" sz="2800" dirty="0"/>
              <a:t>с </a:t>
            </a:r>
            <a:r>
              <a:rPr lang="en-RU" sz="2800" dirty="0"/>
              <a:t>graalvm-jdk-21.0.4 </a:t>
            </a:r>
            <a:r>
              <a:rPr lang="ru-RU" sz="2800" dirty="0"/>
              <a:t>на борту. </a:t>
            </a:r>
            <a:endParaRPr lang="en-US" sz="2800" dirty="0"/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2800" dirty="0"/>
              <a:t>Результаты могут варьироваться в зависимости от ОС и </a:t>
            </a:r>
            <a:r>
              <a:rPr lang="en-US" sz="2800" dirty="0"/>
              <a:t>JDK. </a:t>
            </a:r>
            <a:endParaRPr kumimoji="0" lang="en-RU" sz="2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</p:spTree>
    <p:extLst>
      <p:ext uri="{BB962C8B-B14F-4D97-AF65-F5344CB8AC3E}">
        <p14:creationId xmlns:p14="http://schemas.microsoft.com/office/powerpoint/2010/main" val="346008714"/>
      </p:ext>
    </p:ext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17">
            <a:extLst>
              <a:ext uri="{FF2B5EF4-FFF2-40B4-BE49-F238E27FC236}">
                <a16:creationId xmlns:a16="http://schemas.microsoft.com/office/drawing/2014/main" id="{8C1A5A30-7EC7-944E-9B8F-8B81B8F8D92E}"/>
              </a:ext>
            </a:extLst>
          </p:cNvPr>
          <p:cNvSpPr txBox="1">
            <a:spLocks/>
          </p:cNvSpPr>
          <p:nvPr/>
        </p:nvSpPr>
        <p:spPr>
          <a:xfrm>
            <a:off x="719138" y="577303"/>
            <a:ext cx="5404519" cy="9233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marL="0" marR="0" indent="11443" algn="l" defTabSz="411479" rtl="0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 sz="5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1pPr>
            <a:lvl2pPr marL="720000" marR="0" indent="-445133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2pPr>
            <a:lvl3pPr marL="1440000" marR="0" indent="-52606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3pPr>
            <a:lvl4pPr marL="2160000" marR="0" indent="-59862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4pPr>
            <a:lvl5pPr marL="3617794" marR="0" indent="-598628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5pPr>
            <a:lvl6pPr marL="4372585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6pPr>
            <a:lvl7pPr marL="5127377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7pPr>
            <a:lvl8pPr marL="5882168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8pPr>
            <a:lvl9pPr marL="6636960" marR="0" indent="-598627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9pPr>
          </a:lstStyle>
          <a:p>
            <a:pPr hangingPunct="1"/>
            <a:r>
              <a:rPr lang="ru-RU" sz="6000" b="1" dirty="0">
                <a:latin typeface="Tinkoff Sans" panose="02000506050000020004" pitchFamily="2" charset="0"/>
              </a:rPr>
              <a:t>Почему так?</a:t>
            </a:r>
            <a:r>
              <a:rPr lang="en-US" sz="6000" b="1" baseline="-25000" dirty="0">
                <a:latin typeface="Tinkoff Sans" panose="02000506050000020004" pitchFamily="2" charset="0"/>
              </a:rPr>
              <a:t>1</a:t>
            </a:r>
            <a:endParaRPr lang="en-US" sz="6000" b="1" dirty="0">
              <a:latin typeface="Tinkoff Sans" panose="02000506050000020004" pitchFamily="2" charset="0"/>
            </a:endParaRPr>
          </a:p>
        </p:txBody>
      </p:sp>
      <p:sp>
        <p:nvSpPr>
          <p:cNvPr id="3" name="Номер слайда 1">
            <a:extLst>
              <a:ext uri="{FF2B5EF4-FFF2-40B4-BE49-F238E27FC236}">
                <a16:creationId xmlns:a16="http://schemas.microsoft.com/office/drawing/2014/main" id="{87FD4996-2652-DAFF-C6AD-38E2C3FF36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</p:spPr>
        <p:txBody>
          <a:bodyPr/>
          <a:lstStyle/>
          <a:p>
            <a:fld id="{86CB4B4D-7CA3-9044-876B-883B54F8677D}" type="slidenum">
              <a:rPr lang="ru-RU" smtClean="0"/>
              <a:pPr/>
              <a:t>31</a:t>
            </a:fld>
            <a:endParaRPr lang="ru-RU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F021B2-5118-1026-7A66-6BAF9B0B2DB5}"/>
              </a:ext>
            </a:extLst>
          </p:cNvPr>
          <p:cNvSpPr txBox="1"/>
          <p:nvPr/>
        </p:nvSpPr>
        <p:spPr>
          <a:xfrm>
            <a:off x="6654425" y="719138"/>
            <a:ext cx="12425737" cy="50783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36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Tinkoff Sans" panose="02000506050000020004" pitchFamily="2" charset="77"/>
                <a:sym typeface="Tinkoff Sans"/>
              </a:rPr>
              <a:t>Не только мы с вами </a:t>
            </a:r>
            <a:r>
              <a:rPr lang="ru-RU" sz="3600" dirty="0">
                <a:solidFill>
                  <a:schemeClr val="tx1"/>
                </a:solidFill>
                <a:latin typeface="Tinkoff Sans" panose="02000506050000020004" pitchFamily="2" charset="77"/>
              </a:rPr>
              <a:t>п</a:t>
            </a:r>
            <a:r>
              <a:rPr kumimoji="0" lang="ru-RU" sz="36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Tinkoff Sans" panose="02000506050000020004" pitchFamily="2" charset="77"/>
                <a:sym typeface="Tinkoff Sans"/>
              </a:rPr>
              <a:t>ытаемся оптимизировать код, но и компилятор вместе с операционной системой</a:t>
            </a:r>
            <a:r>
              <a:rPr kumimoji="0" lang="en-US" sz="36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Tinkoff Sans" panose="02000506050000020004" pitchFamily="2" charset="77"/>
                <a:sym typeface="Tinkoff Sans"/>
              </a:rPr>
              <a:t>.</a:t>
            </a: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ru-RU" sz="3600" dirty="0">
              <a:solidFill>
                <a:schemeClr val="tx1"/>
              </a:solidFill>
              <a:latin typeface="Tinkoff Sans" panose="02000506050000020004" pitchFamily="2" charset="77"/>
            </a:endParaRP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3600" dirty="0">
                <a:solidFill>
                  <a:schemeClr val="tx1"/>
                </a:solidFill>
                <a:latin typeface="Tinkoff Sans" panose="02000506050000020004" pitchFamily="2" charset="77"/>
              </a:rPr>
              <a:t>Оптимизации, включающие в себя переупорядочивание инструкций, возможны на следующих уровнях</a:t>
            </a:r>
            <a:r>
              <a:rPr lang="en-US" sz="3600" dirty="0">
                <a:solidFill>
                  <a:schemeClr val="tx1"/>
                </a:solidFill>
                <a:latin typeface="Tinkoff Sans" panose="02000506050000020004" pitchFamily="2" charset="77"/>
              </a:rPr>
              <a:t>:</a:t>
            </a:r>
            <a:endParaRPr lang="ru-RU" sz="3600" dirty="0">
              <a:solidFill>
                <a:schemeClr val="tx1"/>
              </a:solidFill>
              <a:latin typeface="Tinkoff Sans" panose="02000506050000020004" pitchFamily="2" charset="77"/>
            </a:endParaRP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sz="3600" dirty="0">
              <a:solidFill>
                <a:schemeClr val="tx1"/>
              </a:solidFill>
              <a:latin typeface="Tinkoff Sans" panose="02000506050000020004" pitchFamily="2" charset="77"/>
            </a:endParaRPr>
          </a:p>
          <a:p>
            <a:pPr algn="l">
              <a:buFont typeface="+mj-lt"/>
              <a:buAutoNum type="arabicPeriod"/>
            </a:pPr>
            <a:r>
              <a:rPr lang="en-US" sz="3600" b="0" i="0" dirty="0">
                <a:solidFill>
                  <a:schemeClr val="tx1"/>
                </a:solidFill>
                <a:effectLst/>
                <a:latin typeface="Tinkoff Sans" panose="02000506050000020004" pitchFamily="2" charset="77"/>
              </a:rPr>
              <a:t> </a:t>
            </a:r>
            <a:r>
              <a:rPr lang="ru-RU" sz="3600" b="0" i="0" dirty="0">
                <a:solidFill>
                  <a:schemeClr val="tx1"/>
                </a:solidFill>
                <a:effectLst/>
                <a:latin typeface="Tinkoff Sans" panose="02000506050000020004" pitchFamily="2" charset="77"/>
              </a:rPr>
              <a:t>Уровне компилятора </a:t>
            </a:r>
            <a:r>
              <a:rPr lang="ru-RU" sz="3600" b="0" i="0" dirty="0" err="1">
                <a:solidFill>
                  <a:schemeClr val="tx1"/>
                </a:solidFill>
                <a:effectLst/>
                <a:latin typeface="Tinkoff Sans" panose="02000506050000020004" pitchFamily="2" charset="77"/>
              </a:rPr>
              <a:t>байткода</a:t>
            </a:r>
            <a:r>
              <a:rPr lang="ru-RU" sz="3600" b="0" i="0" dirty="0">
                <a:solidFill>
                  <a:schemeClr val="tx1"/>
                </a:solidFill>
                <a:effectLst/>
                <a:latin typeface="Tinkoff Sans" panose="02000506050000020004" pitchFamily="2" charset="77"/>
              </a:rPr>
              <a:t> </a:t>
            </a:r>
            <a:endParaRPr lang="en-US" sz="3600" b="0" i="0" dirty="0">
              <a:solidFill>
                <a:schemeClr val="tx1"/>
              </a:solidFill>
              <a:effectLst/>
              <a:latin typeface="Tinkoff Sans" panose="02000506050000020004" pitchFamily="2" charset="77"/>
            </a:endParaRPr>
          </a:p>
          <a:p>
            <a:pPr algn="l">
              <a:buFont typeface="+mj-lt"/>
              <a:buAutoNum type="arabicPeriod"/>
            </a:pPr>
            <a:r>
              <a:rPr lang="ru-RU" sz="3600" b="0" i="0" dirty="0">
                <a:solidFill>
                  <a:schemeClr val="tx1"/>
                </a:solidFill>
                <a:effectLst/>
                <a:latin typeface="Tinkoff Sans" panose="02000506050000020004" pitchFamily="2" charset="77"/>
              </a:rPr>
              <a:t> Уровне компилятора машинного кода </a:t>
            </a:r>
            <a:endParaRPr lang="en-US" sz="3600" b="0" i="0" dirty="0">
              <a:solidFill>
                <a:schemeClr val="tx1"/>
              </a:solidFill>
              <a:effectLst/>
              <a:latin typeface="Tinkoff Sans" panose="02000506050000020004" pitchFamily="2" charset="77"/>
            </a:endParaRPr>
          </a:p>
          <a:p>
            <a:pPr algn="l">
              <a:buFont typeface="+mj-lt"/>
              <a:buAutoNum type="arabicPeriod"/>
            </a:pPr>
            <a:r>
              <a:rPr lang="ru-RU" sz="3600" b="0" i="0" dirty="0">
                <a:solidFill>
                  <a:schemeClr val="tx1"/>
                </a:solidFill>
                <a:effectLst/>
                <a:latin typeface="Tinkoff Sans" panose="02000506050000020004" pitchFamily="2" charset="77"/>
              </a:rPr>
              <a:t> Уровне процессора</a:t>
            </a:r>
            <a:endParaRPr kumimoji="0" lang="en-US" sz="36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Tinkoff Sans" panose="02000506050000020004" pitchFamily="2" charset="77"/>
              <a:sym typeface="Tinkoff San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4C4BD6-D4F0-1148-C247-11AB498057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2274" y="7068799"/>
            <a:ext cx="3759200" cy="16129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E7541E0-C6BF-5F32-99AF-D01A0E86E0F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2655"/>
          <a:stretch/>
        </p:blipFill>
        <p:spPr>
          <a:xfrm>
            <a:off x="12791670" y="5797449"/>
            <a:ext cx="2794000" cy="16383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D159C47-9950-B24D-4C69-1E71B2CDB7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91670" y="8681699"/>
            <a:ext cx="2794000" cy="1574800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2ABA7D8-915D-4C5A-933E-CD30897E83F8}"/>
              </a:ext>
            </a:extLst>
          </p:cNvPr>
          <p:cNvCxnSpPr>
            <a:stCxn id="4" idx="3"/>
            <a:endCxn id="6" idx="1"/>
          </p:cNvCxnSpPr>
          <p:nvPr/>
        </p:nvCxnSpPr>
        <p:spPr>
          <a:xfrm flipV="1">
            <a:off x="10881474" y="6616599"/>
            <a:ext cx="1910196" cy="1258650"/>
          </a:xfrm>
          <a:prstGeom prst="straightConnector1">
            <a:avLst/>
          </a:prstGeom>
          <a:ln>
            <a:round/>
            <a:headEnd type="triangle" w="lg" len="lg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919B625-3164-CF13-77C1-3800AA25B223}"/>
              </a:ext>
            </a:extLst>
          </p:cNvPr>
          <p:cNvCxnSpPr>
            <a:cxnSpLocks/>
            <a:stCxn id="4" idx="3"/>
            <a:endCxn id="7" idx="1"/>
          </p:cNvCxnSpPr>
          <p:nvPr/>
        </p:nvCxnSpPr>
        <p:spPr>
          <a:xfrm>
            <a:off x="10881474" y="7875249"/>
            <a:ext cx="1910196" cy="1593850"/>
          </a:xfrm>
          <a:prstGeom prst="straightConnector1">
            <a:avLst/>
          </a:prstGeom>
          <a:ln>
            <a:round/>
            <a:headEnd type="triangle" w="lg" len="lg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BAFD2C78-ACFE-9A7F-FA2B-9E23B5A3C18B}"/>
              </a:ext>
            </a:extLst>
          </p:cNvPr>
          <p:cNvSpPr txBox="1"/>
          <p:nvPr/>
        </p:nvSpPr>
        <p:spPr>
          <a:xfrm>
            <a:off x="16012707" y="7068799"/>
            <a:ext cx="2794000" cy="18158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2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Данные последовательности операций эквивалентны</a:t>
            </a:r>
            <a:endParaRPr kumimoji="0" lang="en-RU" sz="2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</p:spTree>
    <p:extLst>
      <p:ext uri="{BB962C8B-B14F-4D97-AF65-F5344CB8AC3E}">
        <p14:creationId xmlns:p14="http://schemas.microsoft.com/office/powerpoint/2010/main" val="2881591246"/>
      </p:ext>
    </p:ext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17">
            <a:extLst>
              <a:ext uri="{FF2B5EF4-FFF2-40B4-BE49-F238E27FC236}">
                <a16:creationId xmlns:a16="http://schemas.microsoft.com/office/drawing/2014/main" id="{8C1A5A30-7EC7-944E-9B8F-8B81B8F8D92E}"/>
              </a:ext>
            </a:extLst>
          </p:cNvPr>
          <p:cNvSpPr txBox="1">
            <a:spLocks/>
          </p:cNvSpPr>
          <p:nvPr/>
        </p:nvSpPr>
        <p:spPr>
          <a:xfrm>
            <a:off x="719138" y="577303"/>
            <a:ext cx="5404519" cy="9233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marL="0" marR="0" indent="11443" algn="l" defTabSz="411479" rtl="0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 sz="5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1pPr>
            <a:lvl2pPr marL="720000" marR="0" indent="-445133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2pPr>
            <a:lvl3pPr marL="1440000" marR="0" indent="-52606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3pPr>
            <a:lvl4pPr marL="2160000" marR="0" indent="-59862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4pPr>
            <a:lvl5pPr marL="3617794" marR="0" indent="-598628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5pPr>
            <a:lvl6pPr marL="4372585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6pPr>
            <a:lvl7pPr marL="5127377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7pPr>
            <a:lvl8pPr marL="5882168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8pPr>
            <a:lvl9pPr marL="6636960" marR="0" indent="-598627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9pPr>
          </a:lstStyle>
          <a:p>
            <a:pPr hangingPunct="1"/>
            <a:r>
              <a:rPr lang="ru-RU" sz="6000" b="1" dirty="0">
                <a:latin typeface="Tinkoff Sans" panose="02000506050000020004" pitchFamily="2" charset="0"/>
              </a:rPr>
              <a:t>Почему так?</a:t>
            </a:r>
            <a:r>
              <a:rPr lang="en-US" sz="6000" b="1" baseline="-25000" dirty="0">
                <a:latin typeface="Tinkoff Sans" panose="02000506050000020004" pitchFamily="2" charset="0"/>
              </a:rPr>
              <a:t>2</a:t>
            </a:r>
            <a:endParaRPr lang="en-US" sz="6000" b="1" dirty="0">
              <a:latin typeface="Tinkoff Sans" panose="02000506050000020004" pitchFamily="2" charset="0"/>
            </a:endParaRPr>
          </a:p>
        </p:txBody>
      </p:sp>
      <p:sp>
        <p:nvSpPr>
          <p:cNvPr id="3" name="Номер слайда 1">
            <a:extLst>
              <a:ext uri="{FF2B5EF4-FFF2-40B4-BE49-F238E27FC236}">
                <a16:creationId xmlns:a16="http://schemas.microsoft.com/office/drawing/2014/main" id="{87FD4996-2652-DAFF-C6AD-38E2C3FF36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</p:spPr>
        <p:txBody>
          <a:bodyPr/>
          <a:lstStyle/>
          <a:p>
            <a:fld id="{86CB4B4D-7CA3-9044-876B-883B54F8677D}" type="slidenum">
              <a:rPr lang="ru-RU" smtClean="0"/>
              <a:pPr/>
              <a:t>32</a:t>
            </a:fld>
            <a:endParaRPr lang="ru-RU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F021B2-5118-1026-7A66-6BAF9B0B2DB5}"/>
              </a:ext>
            </a:extLst>
          </p:cNvPr>
          <p:cNvSpPr txBox="1"/>
          <p:nvPr/>
        </p:nvSpPr>
        <p:spPr>
          <a:xfrm>
            <a:off x="6654425" y="719138"/>
            <a:ext cx="12425737" cy="563230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3600" b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Tinkoff Sans" panose="02000506050000020004" pitchFamily="2" charset="77"/>
                <a:sym typeface="Tinkoff Sans"/>
              </a:rPr>
              <a:t>Возможны два варианта, почему мы увидели </a:t>
            </a:r>
            <a:r>
              <a:rPr lang="ru-RU" sz="3600" dirty="0">
                <a:solidFill>
                  <a:schemeClr val="tx1"/>
                </a:solidFill>
                <a:latin typeface="Tinkoff Sans" panose="02000506050000020004" pitchFamily="2" charset="77"/>
              </a:rPr>
              <a:t>нули</a:t>
            </a:r>
            <a:r>
              <a:rPr kumimoji="0" lang="en-US" sz="3600" b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Tinkoff Sans" panose="02000506050000020004" pitchFamily="2" charset="77"/>
                <a:sym typeface="Tinkoff Sans"/>
              </a:rPr>
              <a:t>:</a:t>
            </a: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sz="3600" dirty="0">
              <a:solidFill>
                <a:schemeClr val="tx1"/>
              </a:solidFill>
              <a:latin typeface="Tinkoff Sans" panose="02000506050000020004" pitchFamily="2" charset="77"/>
            </a:endParaRPr>
          </a:p>
          <a:p>
            <a:pPr algn="l">
              <a:buFont typeface="+mj-lt"/>
              <a:buAutoNum type="arabicPeriod"/>
            </a:pPr>
            <a:r>
              <a:rPr lang="en-GB" sz="3600" b="0" dirty="0">
                <a:solidFill>
                  <a:srgbClr val="333333"/>
                </a:solidFill>
                <a:effectLst/>
                <a:latin typeface="Tinkoff Sans" panose="02000506050000020004" pitchFamily="2" charset="77"/>
              </a:rPr>
              <a:t> </a:t>
            </a:r>
            <a:r>
              <a:rPr lang="en-GB" sz="3600" b="1" dirty="0">
                <a:solidFill>
                  <a:srgbClr val="333333"/>
                </a:solidFill>
                <a:effectLst/>
                <a:latin typeface="Tinkoff Sans" panose="02000506050000020004" pitchFamily="2" charset="77"/>
              </a:rPr>
              <a:t>Instructions reordering.</a:t>
            </a:r>
            <a:r>
              <a:rPr lang="en-GB" sz="3600" b="0" dirty="0">
                <a:solidFill>
                  <a:srgbClr val="333333"/>
                </a:solidFill>
                <a:effectLst/>
                <a:latin typeface="Tinkoff Sans" panose="02000506050000020004" pitchFamily="2" charset="77"/>
              </a:rPr>
              <a:t> </a:t>
            </a:r>
            <a:r>
              <a:rPr lang="ru-RU" sz="3600" b="0" dirty="0">
                <a:solidFill>
                  <a:srgbClr val="333333"/>
                </a:solidFill>
                <a:effectLst/>
                <a:latin typeface="Tinkoff Sans" panose="02000506050000020004" pitchFamily="2" charset="77"/>
              </a:rPr>
              <a:t>Оба </a:t>
            </a:r>
            <a:r>
              <a:rPr lang="ru-RU" sz="3600" dirty="0">
                <a:solidFill>
                  <a:srgbClr val="333333"/>
                </a:solidFill>
                <a:latin typeface="Tinkoff Sans" panose="02000506050000020004" pitchFamily="2" charset="77"/>
              </a:rPr>
              <a:t>потока</a:t>
            </a:r>
            <a:r>
              <a:rPr lang="ru-RU" sz="3600" b="0" dirty="0">
                <a:solidFill>
                  <a:srgbClr val="333333"/>
                </a:solidFill>
                <a:effectLst/>
                <a:latin typeface="Tinkoff Sans" panose="02000506050000020004" pitchFamily="2" charset="77"/>
              </a:rPr>
              <a:t> могли поменять местами инструкции записи и чтения, так как эти действия никак не связаны. </a:t>
            </a:r>
            <a:endParaRPr lang="en-US" sz="3600" b="0" dirty="0">
              <a:solidFill>
                <a:srgbClr val="333333"/>
              </a:solidFill>
              <a:effectLst/>
              <a:latin typeface="Tinkoff Sans" panose="02000506050000020004" pitchFamily="2" charset="77"/>
            </a:endParaRPr>
          </a:p>
          <a:p>
            <a:pPr algn="l">
              <a:buFont typeface="+mj-lt"/>
              <a:buAutoNum type="arabicPeriod"/>
            </a:pPr>
            <a:endParaRPr lang="ru-RU" sz="3600" b="0" dirty="0">
              <a:solidFill>
                <a:srgbClr val="333333"/>
              </a:solidFill>
              <a:effectLst/>
              <a:latin typeface="Tinkoff Sans" panose="02000506050000020004" pitchFamily="2" charset="77"/>
            </a:endParaRPr>
          </a:p>
          <a:p>
            <a:pPr algn="l">
              <a:buFont typeface="+mj-lt"/>
              <a:buAutoNum type="arabicPeriod"/>
            </a:pPr>
            <a:r>
              <a:rPr lang="en-GB" sz="3600" b="0" dirty="0">
                <a:solidFill>
                  <a:srgbClr val="333333"/>
                </a:solidFill>
                <a:effectLst/>
                <a:latin typeface="Tinkoff Sans" panose="02000506050000020004" pitchFamily="2" charset="77"/>
              </a:rPr>
              <a:t> </a:t>
            </a:r>
            <a:r>
              <a:rPr lang="en-GB" sz="3600" b="1" dirty="0">
                <a:solidFill>
                  <a:srgbClr val="333333"/>
                </a:solidFill>
                <a:effectLst/>
                <a:latin typeface="Tinkoff Sans" panose="02000506050000020004" pitchFamily="2" charset="77"/>
              </a:rPr>
              <a:t>Visibility.</a:t>
            </a:r>
            <a:r>
              <a:rPr lang="en-GB" sz="3600" b="0" dirty="0">
                <a:solidFill>
                  <a:srgbClr val="333333"/>
                </a:solidFill>
                <a:effectLst/>
                <a:latin typeface="Tinkoff Sans" panose="02000506050000020004" pitchFamily="2" charset="77"/>
              </a:rPr>
              <a:t> </a:t>
            </a:r>
            <a:r>
              <a:rPr lang="ru-RU" sz="3600" b="0" dirty="0">
                <a:solidFill>
                  <a:srgbClr val="333333"/>
                </a:solidFill>
                <a:effectLst/>
                <a:latin typeface="Tinkoff Sans" panose="02000506050000020004" pitchFamily="2" charset="77"/>
              </a:rPr>
              <a:t>Даже если переупорядочивания не было, записи могут быть просто не видны другому потока из-за оптимизаций компилятора или задержки при </a:t>
            </a:r>
            <a:r>
              <a:rPr lang="ru-RU" sz="3600" b="0" dirty="0" err="1">
                <a:solidFill>
                  <a:srgbClr val="333333"/>
                </a:solidFill>
                <a:effectLst/>
                <a:latin typeface="Tinkoff Sans" panose="02000506050000020004" pitchFamily="2" charset="77"/>
              </a:rPr>
              <a:t>пропагации</a:t>
            </a:r>
            <a:r>
              <a:rPr lang="ru-RU" sz="3600" b="0" dirty="0">
                <a:solidFill>
                  <a:srgbClr val="333333"/>
                </a:solidFill>
                <a:effectLst/>
                <a:latin typeface="Tinkoff Sans" panose="02000506050000020004" pitchFamily="2" charset="77"/>
              </a:rPr>
              <a:t> записи на уровне </a:t>
            </a:r>
            <a:r>
              <a:rPr lang="ru-RU" sz="3600" b="0" dirty="0" err="1">
                <a:solidFill>
                  <a:srgbClr val="333333"/>
                </a:solidFill>
                <a:effectLst/>
                <a:latin typeface="Tinkoff Sans" panose="02000506050000020004" pitchFamily="2" charset="77"/>
              </a:rPr>
              <a:t>кеша</a:t>
            </a:r>
            <a:r>
              <a:rPr lang="ru-RU" sz="3600" b="0" dirty="0">
                <a:solidFill>
                  <a:srgbClr val="333333"/>
                </a:solidFill>
                <a:effectLst/>
                <a:latin typeface="Tinkoff Sans" panose="02000506050000020004" pitchFamily="2" charset="77"/>
              </a:rPr>
              <a:t>. </a:t>
            </a: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8A6B053B-9D90-C9E7-E11C-EFCB52966D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8239" y="5755373"/>
            <a:ext cx="8876763" cy="4990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7721190"/>
      </p:ext>
    </p:extLst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1">
            <a:extLst>
              <a:ext uri="{FF2B5EF4-FFF2-40B4-BE49-F238E27FC236}">
                <a16:creationId xmlns:a16="http://schemas.microsoft.com/office/drawing/2014/main" id="{B49B6BCC-F49E-7E93-43C9-B3D7CD78BD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</p:spPr>
        <p:txBody>
          <a:bodyPr/>
          <a:lstStyle/>
          <a:p>
            <a:fld id="{86CB4B4D-7CA3-9044-876B-883B54F8677D}" type="slidenum">
              <a:rPr lang="ru-RU" smtClean="0"/>
              <a:pPr/>
              <a:t>33</a:t>
            </a:fld>
            <a:endParaRPr lang="ru-RU" dirty="0"/>
          </a:p>
        </p:txBody>
      </p:sp>
      <p:sp>
        <p:nvSpPr>
          <p:cNvPr id="2" name="Текст 17">
            <a:extLst>
              <a:ext uri="{FF2B5EF4-FFF2-40B4-BE49-F238E27FC236}">
                <a16:creationId xmlns:a16="http://schemas.microsoft.com/office/drawing/2014/main" id="{12A20E46-8A24-3742-5969-7AFB9A042AAE}"/>
              </a:ext>
            </a:extLst>
          </p:cNvPr>
          <p:cNvSpPr txBox="1">
            <a:spLocks/>
          </p:cNvSpPr>
          <p:nvPr/>
        </p:nvSpPr>
        <p:spPr>
          <a:xfrm>
            <a:off x="719138" y="562637"/>
            <a:ext cx="18016248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marR="0" indent="11443" algn="l" defTabSz="411479" rtl="0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 sz="5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1pPr>
            <a:lvl2pPr marL="720000" marR="0" indent="-445133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2pPr>
            <a:lvl3pPr marL="1440000" marR="0" indent="-52606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3pPr>
            <a:lvl4pPr marL="2160000" marR="0" indent="-59862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4pPr>
            <a:lvl5pPr marL="3617794" marR="0" indent="-598628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5pPr>
            <a:lvl6pPr marL="4372585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6pPr>
            <a:lvl7pPr marL="5127377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7pPr>
            <a:lvl8pPr marL="5882168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8pPr>
            <a:lvl9pPr marL="6636960" marR="0" indent="-598627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9pPr>
          </a:lstStyle>
          <a:p>
            <a:pPr hangingPunct="1"/>
            <a:r>
              <a:rPr lang="ru-RU" sz="6000" b="1" dirty="0">
                <a:latin typeface="Tinkoff Sans" panose="02000506050000020004" pitchFamily="2" charset="0"/>
              </a:rPr>
              <a:t>И что делать?</a:t>
            </a:r>
            <a:r>
              <a:rPr lang="en-US" sz="6000" b="1" baseline="-25000" dirty="0">
                <a:latin typeface="Tinkoff Sans" panose="02000506050000020004" pitchFamily="2" charset="0"/>
              </a:rPr>
              <a:t>1</a:t>
            </a:r>
            <a:endParaRPr lang="en-US" sz="6000" b="1" dirty="0">
              <a:latin typeface="Tinkoff Sans" panose="02000506050000020004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AE38C3-5D34-E6A9-6A20-30271D559880}"/>
              </a:ext>
            </a:extLst>
          </p:cNvPr>
          <p:cNvSpPr txBox="1"/>
          <p:nvPr/>
        </p:nvSpPr>
        <p:spPr>
          <a:xfrm>
            <a:off x="719138" y="1655763"/>
            <a:ext cx="12484798" cy="175432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3600" b="0" dirty="0">
                <a:solidFill>
                  <a:srgbClr val="333333"/>
                </a:solidFill>
                <a:effectLst/>
                <a:latin typeface="Tinkoff Sans" panose="02000506050000020004" pitchFamily="2" charset="77"/>
              </a:rPr>
              <a:t>К нам на помощь приходит </a:t>
            </a:r>
            <a:r>
              <a:rPr lang="en-US" sz="3600" b="0" dirty="0">
                <a:solidFill>
                  <a:srgbClr val="333333"/>
                </a:solidFill>
                <a:effectLst/>
                <a:latin typeface="Tinkoff Sans" panose="02000506050000020004" pitchFamily="2" charset="77"/>
              </a:rPr>
              <a:t>Java Memory Model (JMM) – </a:t>
            </a:r>
            <a:r>
              <a:rPr lang="ru-RU" sz="3600" b="0" dirty="0">
                <a:solidFill>
                  <a:srgbClr val="333333"/>
                </a:solidFill>
                <a:effectLst/>
                <a:latin typeface="Tinkoff Sans" panose="02000506050000020004" pitchFamily="2" charset="77"/>
              </a:rPr>
              <a:t>модель (математическая), которая строго описывает какое выполнение программы является валидным.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7843C45-FA9B-D746-8CC5-36F70B09F1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1883" y="3579885"/>
            <a:ext cx="15535534" cy="566386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476D5DB-496D-256E-9B75-FAD7EAB9D17D}"/>
              </a:ext>
            </a:extLst>
          </p:cNvPr>
          <p:cNvSpPr txBox="1"/>
          <p:nvPr/>
        </p:nvSpPr>
        <p:spPr>
          <a:xfrm>
            <a:off x="4929861" y="9413549"/>
            <a:ext cx="9939578" cy="5232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2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Определение </a:t>
            </a:r>
            <a:r>
              <a:rPr kumimoji="0" lang="ru-RU" sz="2800" b="0" i="0" u="none" strike="sng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из Википедии</a:t>
            </a:r>
            <a:r>
              <a:rPr kumimoji="0" lang="ru-RU" sz="2800" b="0" i="0" u="non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 из официальной документации </a:t>
            </a:r>
            <a:r>
              <a:rPr kumimoji="0" lang="en-US" sz="2800" b="0" i="0" u="non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Oracle</a:t>
            </a:r>
            <a:endParaRPr kumimoji="0" lang="en-RU" sz="2800" b="0" i="0" u="non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345CAFB-E955-B34E-6831-B33494212D6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381" r="5494"/>
          <a:stretch/>
        </p:blipFill>
        <p:spPr>
          <a:xfrm>
            <a:off x="16361477" y="719138"/>
            <a:ext cx="2718685" cy="298149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CB5F91AC-D2FF-CE8C-329F-8CDAA22EBD3A}"/>
                  </a:ext>
                </a:extLst>
              </p14:cNvPr>
              <p14:cNvContentPartPr/>
              <p14:nvPr/>
            </p14:nvContentPartPr>
            <p14:xfrm>
              <a:off x="3358014" y="4927077"/>
              <a:ext cx="3454200" cy="406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CB5F91AC-D2FF-CE8C-329F-8CDAA22EBD3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304014" y="4819077"/>
                <a:ext cx="3561840" cy="25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780F052C-16E0-96D6-2615-5668DFF92880}"/>
                  </a:ext>
                </a:extLst>
              </p14:cNvPr>
              <p14:cNvContentPartPr/>
              <p14:nvPr/>
            </p14:nvContentPartPr>
            <p14:xfrm>
              <a:off x="14523054" y="4887117"/>
              <a:ext cx="2776680" cy="5832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780F052C-16E0-96D6-2615-5668DFF9288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4469047" y="4779117"/>
                <a:ext cx="2884334" cy="27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3A14A7CC-A59B-8BFD-9E56-DFBB3E2BEE29}"/>
                  </a:ext>
                </a:extLst>
              </p14:cNvPr>
              <p14:cNvContentPartPr/>
              <p14:nvPr/>
            </p14:nvContentPartPr>
            <p14:xfrm>
              <a:off x="3282414" y="5308677"/>
              <a:ext cx="5215320" cy="5544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3A14A7CC-A59B-8BFD-9E56-DFBB3E2BEE29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228414" y="5200677"/>
                <a:ext cx="5322960" cy="27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01ACA170-63D4-3265-CB91-E6B9D46DE6EB}"/>
                  </a:ext>
                </a:extLst>
              </p14:cNvPr>
              <p14:cNvContentPartPr/>
              <p14:nvPr/>
            </p14:nvContentPartPr>
            <p14:xfrm>
              <a:off x="3378534" y="6874900"/>
              <a:ext cx="2464920" cy="4680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01ACA170-63D4-3265-CB91-E6B9D46DE6EB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324534" y="6766900"/>
                <a:ext cx="2572560" cy="26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0EB5FDD2-2EEE-BDD0-C31D-EDBDEB0B4D98}"/>
                  </a:ext>
                </a:extLst>
              </p14:cNvPr>
              <p14:cNvContentPartPr/>
              <p14:nvPr/>
            </p14:nvContentPartPr>
            <p14:xfrm>
              <a:off x="5939214" y="6826660"/>
              <a:ext cx="5527440" cy="8028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0EB5FDD2-2EEE-BDD0-C31D-EDBDEB0B4D98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885210" y="6719142"/>
                <a:ext cx="5635087" cy="29495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16F7F4F0-D912-DB54-581C-4CB3C0158078}"/>
                  </a:ext>
                </a:extLst>
              </p14:cNvPr>
              <p14:cNvContentPartPr/>
              <p14:nvPr/>
            </p14:nvContentPartPr>
            <p14:xfrm>
              <a:off x="3195654" y="8308060"/>
              <a:ext cx="32400" cy="6123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16F7F4F0-D912-DB54-581C-4CB3C0158078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142247" y="8200123"/>
                <a:ext cx="138857" cy="82787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74511645"/>
      </p:ext>
    </p:extLst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1">
            <a:extLst>
              <a:ext uri="{FF2B5EF4-FFF2-40B4-BE49-F238E27FC236}">
                <a16:creationId xmlns:a16="http://schemas.microsoft.com/office/drawing/2014/main" id="{B49B6BCC-F49E-7E93-43C9-B3D7CD78BD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</p:spPr>
        <p:txBody>
          <a:bodyPr/>
          <a:lstStyle/>
          <a:p>
            <a:fld id="{86CB4B4D-7CA3-9044-876B-883B54F8677D}" type="slidenum">
              <a:rPr lang="ru-RU" smtClean="0"/>
              <a:pPr/>
              <a:t>34</a:t>
            </a:fld>
            <a:endParaRPr lang="ru-RU" dirty="0"/>
          </a:p>
        </p:txBody>
      </p:sp>
      <p:sp>
        <p:nvSpPr>
          <p:cNvPr id="2" name="Текст 17">
            <a:extLst>
              <a:ext uri="{FF2B5EF4-FFF2-40B4-BE49-F238E27FC236}">
                <a16:creationId xmlns:a16="http://schemas.microsoft.com/office/drawing/2014/main" id="{12A20E46-8A24-3742-5969-7AFB9A042AAE}"/>
              </a:ext>
            </a:extLst>
          </p:cNvPr>
          <p:cNvSpPr txBox="1">
            <a:spLocks/>
          </p:cNvSpPr>
          <p:nvPr/>
        </p:nvSpPr>
        <p:spPr>
          <a:xfrm>
            <a:off x="719138" y="562637"/>
            <a:ext cx="18016248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marR="0" indent="11443" algn="l" defTabSz="411479" rtl="0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 sz="5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1pPr>
            <a:lvl2pPr marL="720000" marR="0" indent="-445133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2pPr>
            <a:lvl3pPr marL="1440000" marR="0" indent="-52606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3pPr>
            <a:lvl4pPr marL="2160000" marR="0" indent="-59862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4pPr>
            <a:lvl5pPr marL="3617794" marR="0" indent="-598628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5pPr>
            <a:lvl6pPr marL="4372585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6pPr>
            <a:lvl7pPr marL="5127377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7pPr>
            <a:lvl8pPr marL="5882168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8pPr>
            <a:lvl9pPr marL="6636960" marR="0" indent="-598627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9pPr>
          </a:lstStyle>
          <a:p>
            <a:pPr hangingPunct="1"/>
            <a:r>
              <a:rPr lang="ru-RU" sz="6000" b="1" dirty="0">
                <a:latin typeface="Tinkoff Sans" panose="02000506050000020004" pitchFamily="2" charset="0"/>
              </a:rPr>
              <a:t>И что делать?</a:t>
            </a:r>
            <a:r>
              <a:rPr lang="en-US" sz="6000" b="1" baseline="-25000" dirty="0">
                <a:latin typeface="Tinkoff Sans" panose="02000506050000020004" pitchFamily="2" charset="0"/>
              </a:rPr>
              <a:t>2</a:t>
            </a:r>
            <a:endParaRPr lang="en-US" sz="6000" b="1" dirty="0">
              <a:latin typeface="Tinkoff Sans" panose="02000506050000020004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9197AF-82C3-1728-1F83-31686BF3621F}"/>
              </a:ext>
            </a:extLst>
          </p:cNvPr>
          <p:cNvSpPr txBox="1"/>
          <p:nvPr/>
        </p:nvSpPr>
        <p:spPr>
          <a:xfrm>
            <a:off x="719138" y="1655763"/>
            <a:ext cx="17989859" cy="317009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4000" dirty="0"/>
              <a:t>Самостоятельно обеспечивать синхронизацию с помощью</a:t>
            </a:r>
            <a:r>
              <a:rPr lang="en-US" sz="4000" dirty="0"/>
              <a:t>:</a:t>
            </a:r>
          </a:p>
          <a:p>
            <a:pPr marL="285750" marR="0" indent="-28575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4000" b="1" dirty="0"/>
              <a:t>synchronized</a:t>
            </a:r>
            <a:r>
              <a:rPr lang="en-US" sz="4000" dirty="0"/>
              <a:t> (</a:t>
            </a:r>
            <a:r>
              <a:rPr lang="ru-RU" sz="4000" dirty="0"/>
              <a:t>мы уже с ним познакомились!)</a:t>
            </a:r>
          </a:p>
          <a:p>
            <a:pPr marL="285750" marR="0" indent="-28575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4000" b="1" dirty="0"/>
              <a:t>volatile</a:t>
            </a:r>
          </a:p>
          <a:p>
            <a:pPr marL="285750" marR="0" indent="-28575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4000" b="1" dirty="0"/>
              <a:t>final</a:t>
            </a:r>
          </a:p>
          <a:p>
            <a:pPr marL="285750" marR="0" indent="-28575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4000" b="1" dirty="0" err="1"/>
              <a:t>java.util.concurrent</a:t>
            </a:r>
            <a:r>
              <a:rPr lang="en-US" sz="4000" b="1" dirty="0"/>
              <a:t>.* </a:t>
            </a:r>
            <a:r>
              <a:rPr lang="en-US" sz="4000" dirty="0"/>
              <a:t>(</a:t>
            </a:r>
            <a:r>
              <a:rPr lang="ru-RU" sz="4000" dirty="0"/>
              <a:t>с этим пакетом мы познакомимся на следующем семинаре)</a:t>
            </a:r>
            <a:endParaRPr lang="en-RU" sz="4000" dirty="0"/>
          </a:p>
        </p:txBody>
      </p:sp>
    </p:spTree>
    <p:extLst>
      <p:ext uri="{BB962C8B-B14F-4D97-AF65-F5344CB8AC3E}">
        <p14:creationId xmlns:p14="http://schemas.microsoft.com/office/powerpoint/2010/main" val="10631247"/>
      </p:ext>
    </p:extLst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1">
            <a:extLst>
              <a:ext uri="{FF2B5EF4-FFF2-40B4-BE49-F238E27FC236}">
                <a16:creationId xmlns:a16="http://schemas.microsoft.com/office/drawing/2014/main" id="{B49B6BCC-F49E-7E93-43C9-B3D7CD78BD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</p:spPr>
        <p:txBody>
          <a:bodyPr/>
          <a:lstStyle/>
          <a:p>
            <a:fld id="{86CB4B4D-7CA3-9044-876B-883B54F8677D}" type="slidenum">
              <a:rPr lang="ru-RU" smtClean="0"/>
              <a:pPr/>
              <a:t>35</a:t>
            </a:fld>
            <a:endParaRPr lang="ru-RU" dirty="0"/>
          </a:p>
        </p:txBody>
      </p:sp>
      <p:sp>
        <p:nvSpPr>
          <p:cNvPr id="2" name="Текст 17">
            <a:extLst>
              <a:ext uri="{FF2B5EF4-FFF2-40B4-BE49-F238E27FC236}">
                <a16:creationId xmlns:a16="http://schemas.microsoft.com/office/drawing/2014/main" id="{12A20E46-8A24-3742-5969-7AFB9A042AAE}"/>
              </a:ext>
            </a:extLst>
          </p:cNvPr>
          <p:cNvSpPr txBox="1">
            <a:spLocks/>
          </p:cNvSpPr>
          <p:nvPr/>
        </p:nvSpPr>
        <p:spPr>
          <a:xfrm>
            <a:off x="719138" y="562637"/>
            <a:ext cx="18016248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marR="0" indent="11443" algn="l" defTabSz="411479" rtl="0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 sz="5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1pPr>
            <a:lvl2pPr marL="720000" marR="0" indent="-445133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2pPr>
            <a:lvl3pPr marL="1440000" marR="0" indent="-52606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3pPr>
            <a:lvl4pPr marL="2160000" marR="0" indent="-59862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4pPr>
            <a:lvl5pPr marL="3617794" marR="0" indent="-598628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5pPr>
            <a:lvl6pPr marL="4372585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6pPr>
            <a:lvl7pPr marL="5127377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7pPr>
            <a:lvl8pPr marL="5882168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8pPr>
            <a:lvl9pPr marL="6636960" marR="0" indent="-598627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9pPr>
          </a:lstStyle>
          <a:p>
            <a:pPr hangingPunct="1"/>
            <a:r>
              <a:rPr lang="ru-RU" sz="6000" b="1" dirty="0">
                <a:latin typeface="Tinkoff Sans" panose="02000506050000020004" pitchFamily="2" charset="0"/>
              </a:rPr>
              <a:t>Вернемся к оригинальному примеру</a:t>
            </a:r>
            <a:endParaRPr lang="en-US" sz="6000" b="1" dirty="0">
              <a:latin typeface="Tinkoff Sans" panose="02000506050000020004" pitchFamily="2" charset="0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1DFB5A41-4DEB-AEA7-13D9-AF63DB3065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9138" y="2105938"/>
            <a:ext cx="13740384" cy="759408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62F68A9-3AED-EE21-2B08-49E3433260B3}"/>
              </a:ext>
            </a:extLst>
          </p:cNvPr>
          <p:cNvSpPr txBox="1"/>
          <p:nvPr/>
        </p:nvSpPr>
        <p:spPr>
          <a:xfrm>
            <a:off x="14898116" y="1977922"/>
            <a:ext cx="4182047" cy="397031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2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Здесь представлены </a:t>
            </a:r>
            <a:r>
              <a:rPr kumimoji="0" lang="ru-RU" sz="28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некоторые</a:t>
            </a:r>
            <a:r>
              <a:rPr kumimoji="0" lang="ru-RU" sz="2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 возможные варианты развития событий, без учета того, что кэш процессора может быть в </a:t>
            </a:r>
            <a:r>
              <a:rPr kumimoji="0" lang="ru-RU" sz="2800" b="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неконсистентном</a:t>
            </a:r>
            <a:r>
              <a:rPr kumimoji="0" lang="ru-RU" sz="2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 состоянии, и чтение</a:t>
            </a: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 </a:t>
            </a:r>
            <a:r>
              <a:rPr kumimoji="0" lang="ru-RU" sz="2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из кэша вернет устаревшее значение. </a:t>
            </a:r>
            <a:endParaRPr kumimoji="0" lang="en-RU" sz="2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</p:spTree>
    <p:extLst>
      <p:ext uri="{BB962C8B-B14F-4D97-AF65-F5344CB8AC3E}">
        <p14:creationId xmlns:p14="http://schemas.microsoft.com/office/powerpoint/2010/main" val="2746477573"/>
      </p:ext>
    </p:extLst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1">
            <a:extLst>
              <a:ext uri="{FF2B5EF4-FFF2-40B4-BE49-F238E27FC236}">
                <a16:creationId xmlns:a16="http://schemas.microsoft.com/office/drawing/2014/main" id="{B49B6BCC-F49E-7E93-43C9-B3D7CD78BD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</p:spPr>
        <p:txBody>
          <a:bodyPr/>
          <a:lstStyle/>
          <a:p>
            <a:fld id="{86CB4B4D-7CA3-9044-876B-883B54F8677D}" type="slidenum">
              <a:rPr lang="ru-RU" smtClean="0"/>
              <a:pPr/>
              <a:t>36</a:t>
            </a:fld>
            <a:endParaRPr lang="ru-RU" dirty="0"/>
          </a:p>
        </p:txBody>
      </p:sp>
      <p:sp>
        <p:nvSpPr>
          <p:cNvPr id="2" name="Текст 17">
            <a:extLst>
              <a:ext uri="{FF2B5EF4-FFF2-40B4-BE49-F238E27FC236}">
                <a16:creationId xmlns:a16="http://schemas.microsoft.com/office/drawing/2014/main" id="{12A20E46-8A24-3742-5969-7AFB9A042AAE}"/>
              </a:ext>
            </a:extLst>
          </p:cNvPr>
          <p:cNvSpPr txBox="1">
            <a:spLocks/>
          </p:cNvSpPr>
          <p:nvPr/>
        </p:nvSpPr>
        <p:spPr>
          <a:xfrm>
            <a:off x="719138" y="562637"/>
            <a:ext cx="18016248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marR="0" indent="11443" algn="l" defTabSz="411479" rtl="0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 sz="5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1pPr>
            <a:lvl2pPr marL="720000" marR="0" indent="-445133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2pPr>
            <a:lvl3pPr marL="1440000" marR="0" indent="-52606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3pPr>
            <a:lvl4pPr marL="2160000" marR="0" indent="-59862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4pPr>
            <a:lvl5pPr marL="3617794" marR="0" indent="-598628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5pPr>
            <a:lvl6pPr marL="4372585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6pPr>
            <a:lvl7pPr marL="5127377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7pPr>
            <a:lvl8pPr marL="5882168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8pPr>
            <a:lvl9pPr marL="6636960" marR="0" indent="-598627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9pPr>
          </a:lstStyle>
          <a:p>
            <a:pPr hangingPunct="1"/>
            <a:r>
              <a:rPr lang="ru-RU" sz="6000" b="1" dirty="0">
                <a:latin typeface="Tinkoff Sans" panose="02000506050000020004" pitchFamily="2" charset="0"/>
              </a:rPr>
              <a:t>Ключевое слово </a:t>
            </a:r>
            <a:r>
              <a:rPr lang="en-US" sz="6000" b="1" dirty="0">
                <a:latin typeface="Tinkoff Sans" panose="02000506050000020004" pitchFamily="2" charset="0"/>
              </a:rPr>
              <a:t>volatile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FF9930-21D5-74A2-B1F1-B001FC69B98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870"/>
          <a:stretch/>
        </p:blipFill>
        <p:spPr>
          <a:xfrm>
            <a:off x="1030035" y="1663048"/>
            <a:ext cx="8514940" cy="7296994"/>
          </a:xfrm>
          <a:prstGeom prst="rect">
            <a:avLst/>
          </a:prstGeom>
        </p:spPr>
      </p:pic>
      <p:sp>
        <p:nvSpPr>
          <p:cNvPr id="5" name="Frame 4">
            <a:extLst>
              <a:ext uri="{FF2B5EF4-FFF2-40B4-BE49-F238E27FC236}">
                <a16:creationId xmlns:a16="http://schemas.microsoft.com/office/drawing/2014/main" id="{71E91FEA-03BB-E4CD-C749-4966DA5AFF7A}"/>
              </a:ext>
            </a:extLst>
          </p:cNvPr>
          <p:cNvSpPr/>
          <p:nvPr/>
        </p:nvSpPr>
        <p:spPr>
          <a:xfrm>
            <a:off x="1463039" y="2468880"/>
            <a:ext cx="4588625" cy="1207008"/>
          </a:xfrm>
          <a:prstGeom prst="frame">
            <a:avLst/>
          </a:prstGeom>
          <a:solidFill>
            <a:schemeClr val="accent1"/>
          </a:solidFill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RU" sz="1800" i="0" u="none" strike="noStrike" normalizeH="0" baseline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E4EB88B-4FC1-9217-3264-1FDA1FCA13D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70674"/>
          <a:stretch/>
        </p:blipFill>
        <p:spPr>
          <a:xfrm>
            <a:off x="9899649" y="5311545"/>
            <a:ext cx="8514941" cy="277755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435E9BC-3557-12F7-BC36-38A7182455D1}"/>
              </a:ext>
            </a:extLst>
          </p:cNvPr>
          <p:cNvSpPr txBox="1"/>
          <p:nvPr/>
        </p:nvSpPr>
        <p:spPr>
          <a:xfrm>
            <a:off x="9899649" y="1655763"/>
            <a:ext cx="9180513" cy="255454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4000" dirty="0"/>
              <a:t>В итоге, среди всего множества значений, нет ни одной пары (0</a:t>
            </a:r>
            <a:r>
              <a:rPr lang="en-US" sz="4000" dirty="0"/>
              <a:t>, 0</a:t>
            </a:r>
            <a:r>
              <a:rPr lang="ru-RU" sz="4000" dirty="0"/>
              <a:t>)</a:t>
            </a:r>
            <a:r>
              <a:rPr lang="en-US" sz="4000" dirty="0"/>
              <a:t>. </a:t>
            </a:r>
            <a:r>
              <a:rPr lang="ru-RU" sz="4000" dirty="0"/>
              <a:t>Все благодаря ключевому слову </a:t>
            </a:r>
            <a:r>
              <a:rPr lang="en-US" sz="4000" b="1" dirty="0"/>
              <a:t>volatile </a:t>
            </a:r>
            <a:r>
              <a:rPr lang="ru-RU" sz="4000" dirty="0"/>
              <a:t>и </a:t>
            </a:r>
            <a:r>
              <a:rPr lang="ru-RU" sz="4000" dirty="0" err="1"/>
              <a:t>семнатике</a:t>
            </a:r>
            <a:r>
              <a:rPr lang="ru-RU" sz="4000" dirty="0"/>
              <a:t> </a:t>
            </a:r>
            <a:r>
              <a:rPr lang="en-US" sz="4000" b="1" dirty="0"/>
              <a:t>happens before</a:t>
            </a:r>
            <a:r>
              <a:rPr lang="en-US" sz="4000" dirty="0"/>
              <a:t>.  </a:t>
            </a:r>
            <a:endParaRPr kumimoji="0" lang="en-RU" sz="4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</p:spTree>
    <p:extLst>
      <p:ext uri="{BB962C8B-B14F-4D97-AF65-F5344CB8AC3E}">
        <p14:creationId xmlns:p14="http://schemas.microsoft.com/office/powerpoint/2010/main" val="524920379"/>
      </p:ext>
    </p:extLst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1">
            <a:extLst>
              <a:ext uri="{FF2B5EF4-FFF2-40B4-BE49-F238E27FC236}">
                <a16:creationId xmlns:a16="http://schemas.microsoft.com/office/drawing/2014/main" id="{B49B6BCC-F49E-7E93-43C9-B3D7CD78BD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</p:spPr>
        <p:txBody>
          <a:bodyPr/>
          <a:lstStyle/>
          <a:p>
            <a:fld id="{86CB4B4D-7CA3-9044-876B-883B54F8677D}" type="slidenum">
              <a:rPr lang="ru-RU" smtClean="0"/>
              <a:pPr/>
              <a:t>37</a:t>
            </a:fld>
            <a:endParaRPr lang="ru-RU" dirty="0"/>
          </a:p>
        </p:txBody>
      </p:sp>
      <p:sp>
        <p:nvSpPr>
          <p:cNvPr id="2" name="Текст 17">
            <a:extLst>
              <a:ext uri="{FF2B5EF4-FFF2-40B4-BE49-F238E27FC236}">
                <a16:creationId xmlns:a16="http://schemas.microsoft.com/office/drawing/2014/main" id="{12A20E46-8A24-3742-5969-7AFB9A042AAE}"/>
              </a:ext>
            </a:extLst>
          </p:cNvPr>
          <p:cNvSpPr txBox="1">
            <a:spLocks/>
          </p:cNvSpPr>
          <p:nvPr/>
        </p:nvSpPr>
        <p:spPr>
          <a:xfrm>
            <a:off x="719138" y="562637"/>
            <a:ext cx="18016248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marR="0" indent="11443" algn="l" defTabSz="411479" rtl="0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 sz="5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1pPr>
            <a:lvl2pPr marL="720000" marR="0" indent="-445133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2pPr>
            <a:lvl3pPr marL="1440000" marR="0" indent="-52606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3pPr>
            <a:lvl4pPr marL="2160000" marR="0" indent="-59862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4pPr>
            <a:lvl5pPr marL="3617794" marR="0" indent="-598628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5pPr>
            <a:lvl6pPr marL="4372585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6pPr>
            <a:lvl7pPr marL="5127377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7pPr>
            <a:lvl8pPr marL="5882168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8pPr>
            <a:lvl9pPr marL="6636960" marR="0" indent="-598627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9pPr>
          </a:lstStyle>
          <a:p>
            <a:pPr hangingPunct="1"/>
            <a:r>
              <a:rPr lang="en-US" sz="6000" b="1" dirty="0">
                <a:latin typeface="Tinkoff Sans" panose="02000506050000020004" pitchFamily="2" charset="0"/>
              </a:rPr>
              <a:t>Happens-Before</a:t>
            </a:r>
            <a:r>
              <a:rPr lang="en-US" sz="6000" b="1" baseline="-25000" dirty="0">
                <a:latin typeface="Tinkoff Sans" panose="02000506050000020004" pitchFamily="2" charset="0"/>
              </a:rPr>
              <a:t>1</a:t>
            </a:r>
            <a:endParaRPr lang="en-US" sz="6000" b="1" dirty="0">
              <a:latin typeface="Tinkoff Sans" panose="02000506050000020004" pitchFamily="2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3CBC8B9-0424-B6D8-D49F-DEF06F0C71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1774" y="184975"/>
            <a:ext cx="8544972" cy="1079017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D960DE7-CBD4-6435-8A4D-FF9A0454E6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138" y="1655763"/>
            <a:ext cx="6870382" cy="9060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072988"/>
      </p:ext>
    </p:extLst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1">
            <a:extLst>
              <a:ext uri="{FF2B5EF4-FFF2-40B4-BE49-F238E27FC236}">
                <a16:creationId xmlns:a16="http://schemas.microsoft.com/office/drawing/2014/main" id="{B49B6BCC-F49E-7E93-43C9-B3D7CD78BD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</p:spPr>
        <p:txBody>
          <a:bodyPr/>
          <a:lstStyle/>
          <a:p>
            <a:fld id="{86CB4B4D-7CA3-9044-876B-883B54F8677D}" type="slidenum">
              <a:rPr lang="ru-RU" smtClean="0"/>
              <a:pPr/>
              <a:t>38</a:t>
            </a:fld>
            <a:endParaRPr lang="ru-RU" dirty="0"/>
          </a:p>
        </p:txBody>
      </p:sp>
      <p:sp>
        <p:nvSpPr>
          <p:cNvPr id="2" name="Текст 17">
            <a:extLst>
              <a:ext uri="{FF2B5EF4-FFF2-40B4-BE49-F238E27FC236}">
                <a16:creationId xmlns:a16="http://schemas.microsoft.com/office/drawing/2014/main" id="{12A20E46-8A24-3742-5969-7AFB9A042AAE}"/>
              </a:ext>
            </a:extLst>
          </p:cNvPr>
          <p:cNvSpPr txBox="1">
            <a:spLocks/>
          </p:cNvSpPr>
          <p:nvPr/>
        </p:nvSpPr>
        <p:spPr>
          <a:xfrm>
            <a:off x="719138" y="562637"/>
            <a:ext cx="18016248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marR="0" indent="11443" algn="l" defTabSz="411479" rtl="0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 sz="5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1pPr>
            <a:lvl2pPr marL="720000" marR="0" indent="-445133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2pPr>
            <a:lvl3pPr marL="1440000" marR="0" indent="-52606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3pPr>
            <a:lvl4pPr marL="2160000" marR="0" indent="-59862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4pPr>
            <a:lvl5pPr marL="3617794" marR="0" indent="-598628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5pPr>
            <a:lvl6pPr marL="4372585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6pPr>
            <a:lvl7pPr marL="5127377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7pPr>
            <a:lvl8pPr marL="5882168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8pPr>
            <a:lvl9pPr marL="6636960" marR="0" indent="-598627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9pPr>
          </a:lstStyle>
          <a:p>
            <a:pPr hangingPunct="1"/>
            <a:r>
              <a:rPr lang="en-US" sz="6000" b="1" dirty="0">
                <a:latin typeface="Tinkoff Sans" panose="02000506050000020004" pitchFamily="2" charset="0"/>
              </a:rPr>
              <a:t>Happens-Before</a:t>
            </a:r>
            <a:r>
              <a:rPr lang="en-US" sz="6000" b="1" baseline="-25000" dirty="0">
                <a:latin typeface="Tinkoff Sans" panose="02000506050000020004" pitchFamily="2" charset="0"/>
              </a:rPr>
              <a:t>2</a:t>
            </a:r>
            <a:endParaRPr lang="en-US" sz="6000" b="1" dirty="0">
              <a:latin typeface="Tinkoff Sans" panose="02000506050000020004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2D75E0-F3EB-1695-12AC-959BDD57525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740"/>
          <a:stretch/>
        </p:blipFill>
        <p:spPr>
          <a:xfrm>
            <a:off x="910712" y="2533443"/>
            <a:ext cx="18169451" cy="23357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239D2D5-B413-3C15-E3BA-BEFE42A2C57B}"/>
              </a:ext>
            </a:extLst>
          </p:cNvPr>
          <p:cNvSpPr txBox="1"/>
          <p:nvPr/>
        </p:nvSpPr>
        <p:spPr>
          <a:xfrm>
            <a:off x="719138" y="1655763"/>
            <a:ext cx="7179207" cy="70788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4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В ход опять пошли оптимизации! </a:t>
            </a:r>
            <a:endParaRPr kumimoji="0" lang="en-RU" sz="4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B06F7D-E4E0-3C48-2D36-38A0C9613544}"/>
              </a:ext>
            </a:extLst>
          </p:cNvPr>
          <p:cNvSpPr txBox="1"/>
          <p:nvPr/>
        </p:nvSpPr>
        <p:spPr>
          <a:xfrm>
            <a:off x="13839915" y="9733104"/>
            <a:ext cx="5061640" cy="70788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4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Давайте это исправим!</a:t>
            </a:r>
            <a:endParaRPr kumimoji="0" lang="en-RU" sz="4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</p:spTree>
    <p:extLst>
      <p:ext uri="{BB962C8B-B14F-4D97-AF65-F5344CB8AC3E}">
        <p14:creationId xmlns:p14="http://schemas.microsoft.com/office/powerpoint/2010/main" val="1859411351"/>
      </p:ext>
    </p:extLst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1">
            <a:extLst>
              <a:ext uri="{FF2B5EF4-FFF2-40B4-BE49-F238E27FC236}">
                <a16:creationId xmlns:a16="http://schemas.microsoft.com/office/drawing/2014/main" id="{B49B6BCC-F49E-7E93-43C9-B3D7CD78BD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</p:spPr>
        <p:txBody>
          <a:bodyPr/>
          <a:lstStyle/>
          <a:p>
            <a:fld id="{86CB4B4D-7CA3-9044-876B-883B54F8677D}" type="slidenum">
              <a:rPr lang="ru-RU" smtClean="0"/>
              <a:pPr/>
              <a:t>39</a:t>
            </a:fld>
            <a:endParaRPr lang="ru-RU" dirty="0"/>
          </a:p>
        </p:txBody>
      </p:sp>
      <p:sp>
        <p:nvSpPr>
          <p:cNvPr id="2" name="Текст 17">
            <a:extLst>
              <a:ext uri="{FF2B5EF4-FFF2-40B4-BE49-F238E27FC236}">
                <a16:creationId xmlns:a16="http://schemas.microsoft.com/office/drawing/2014/main" id="{12A20E46-8A24-3742-5969-7AFB9A042AAE}"/>
              </a:ext>
            </a:extLst>
          </p:cNvPr>
          <p:cNvSpPr txBox="1">
            <a:spLocks/>
          </p:cNvSpPr>
          <p:nvPr/>
        </p:nvSpPr>
        <p:spPr>
          <a:xfrm>
            <a:off x="719138" y="562637"/>
            <a:ext cx="18016248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marR="0" indent="11443" algn="l" defTabSz="411479" rtl="0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 sz="5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1pPr>
            <a:lvl2pPr marL="720000" marR="0" indent="-445133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2pPr>
            <a:lvl3pPr marL="1440000" marR="0" indent="-52606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3pPr>
            <a:lvl4pPr marL="2160000" marR="0" indent="-59862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4pPr>
            <a:lvl5pPr marL="3617794" marR="0" indent="-598628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5pPr>
            <a:lvl6pPr marL="4372585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6pPr>
            <a:lvl7pPr marL="5127377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7pPr>
            <a:lvl8pPr marL="5882168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8pPr>
            <a:lvl9pPr marL="6636960" marR="0" indent="-598627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9pPr>
          </a:lstStyle>
          <a:p>
            <a:pPr hangingPunct="1"/>
            <a:r>
              <a:rPr lang="en-US" sz="6000" b="1" dirty="0">
                <a:latin typeface="Tinkoff Sans" panose="02000506050000020004" pitchFamily="2" charset="0"/>
              </a:rPr>
              <a:t>Happens-Before</a:t>
            </a:r>
            <a:r>
              <a:rPr lang="ru-RU" sz="6000" b="1" baseline="-25000" dirty="0">
                <a:latin typeface="Tinkoff Sans" panose="02000506050000020004" pitchFamily="2" charset="0"/>
              </a:rPr>
              <a:t>3</a:t>
            </a:r>
            <a:endParaRPr lang="en-US" sz="6000" b="1" dirty="0">
              <a:latin typeface="Tinkoff Sans" panose="02000506050000020004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B3F6AE-48B1-879E-4C4D-20A849510D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138" y="1655763"/>
            <a:ext cx="7041882" cy="803408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DDFAEA3-5FE4-1ED2-6251-20E9A48E5B61}"/>
              </a:ext>
            </a:extLst>
          </p:cNvPr>
          <p:cNvSpPr/>
          <p:nvPr/>
        </p:nvSpPr>
        <p:spPr>
          <a:xfrm>
            <a:off x="2729484" y="2918460"/>
            <a:ext cx="1298448" cy="57912"/>
          </a:xfrm>
          <a:prstGeom prst="rect">
            <a:avLst/>
          </a:prstGeom>
          <a:solidFill>
            <a:schemeClr val="accent1"/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89D96E3-77E6-7D03-7FC4-EF0771CC7F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6776" y="7639678"/>
            <a:ext cx="12984404" cy="205016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50D34F0-A0F2-4A9A-DFEA-0610607CA0E9}"/>
              </a:ext>
            </a:extLst>
          </p:cNvPr>
          <p:cNvSpPr txBox="1"/>
          <p:nvPr/>
        </p:nvSpPr>
        <p:spPr>
          <a:xfrm>
            <a:off x="8799449" y="1687999"/>
            <a:ext cx="10280714" cy="193899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4000" dirty="0"/>
              <a:t>В этот раз тест прошел успешно, а </a:t>
            </a:r>
            <a:r>
              <a:rPr lang="en-US" sz="4000" dirty="0" err="1"/>
              <a:t>ResultProvider</a:t>
            </a:r>
            <a:r>
              <a:rPr lang="en-US" sz="4000" dirty="0"/>
              <a:t> </a:t>
            </a:r>
            <a:r>
              <a:rPr lang="ru-RU" sz="4000" dirty="0"/>
              <a:t>работает так, как мы того ожидаем!</a:t>
            </a:r>
            <a:endParaRPr kumimoji="0" lang="en-RU" sz="4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</p:spTree>
    <p:extLst>
      <p:ext uri="{BB962C8B-B14F-4D97-AF65-F5344CB8AC3E}">
        <p14:creationId xmlns:p14="http://schemas.microsoft.com/office/powerpoint/2010/main" val="3453329370"/>
      </p:ext>
    </p:extLst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1">
            <a:extLst>
              <a:ext uri="{FF2B5EF4-FFF2-40B4-BE49-F238E27FC236}">
                <a16:creationId xmlns:a16="http://schemas.microsoft.com/office/drawing/2014/main" id="{B49B6BCC-F49E-7E93-43C9-B3D7CD78BD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</p:spPr>
        <p:txBody>
          <a:bodyPr/>
          <a:lstStyle/>
          <a:p>
            <a:fld id="{86CB4B4D-7CA3-9044-876B-883B54F8677D}" type="slidenum">
              <a:rPr lang="ru-RU" smtClean="0"/>
              <a:pPr/>
              <a:t>40</a:t>
            </a:fld>
            <a:endParaRPr lang="ru-RU" dirty="0"/>
          </a:p>
        </p:txBody>
      </p:sp>
      <p:sp>
        <p:nvSpPr>
          <p:cNvPr id="2" name="Текст 17">
            <a:extLst>
              <a:ext uri="{FF2B5EF4-FFF2-40B4-BE49-F238E27FC236}">
                <a16:creationId xmlns:a16="http://schemas.microsoft.com/office/drawing/2014/main" id="{12A20E46-8A24-3742-5969-7AFB9A042AAE}"/>
              </a:ext>
            </a:extLst>
          </p:cNvPr>
          <p:cNvSpPr txBox="1">
            <a:spLocks/>
          </p:cNvSpPr>
          <p:nvPr/>
        </p:nvSpPr>
        <p:spPr>
          <a:xfrm>
            <a:off x="719138" y="562637"/>
            <a:ext cx="18016248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marR="0" indent="11443" algn="l" defTabSz="411479" rtl="0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 sz="5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1pPr>
            <a:lvl2pPr marL="720000" marR="0" indent="-445133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2pPr>
            <a:lvl3pPr marL="1440000" marR="0" indent="-52606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3pPr>
            <a:lvl4pPr marL="2160000" marR="0" indent="-59862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4pPr>
            <a:lvl5pPr marL="3617794" marR="0" indent="-598628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5pPr>
            <a:lvl6pPr marL="4372585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6pPr>
            <a:lvl7pPr marL="5127377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7pPr>
            <a:lvl8pPr marL="5882168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8pPr>
            <a:lvl9pPr marL="6636960" marR="0" indent="-598627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9pPr>
          </a:lstStyle>
          <a:p>
            <a:pPr hangingPunct="1"/>
            <a:r>
              <a:rPr lang="en-US" sz="6000" b="1" dirty="0">
                <a:latin typeface="Tinkoff Sans" panose="02000506050000020004" pitchFamily="2" charset="0"/>
              </a:rPr>
              <a:t>Happens-Before</a:t>
            </a:r>
            <a:r>
              <a:rPr lang="ru-RU" sz="6000" b="1" baseline="-25000" dirty="0">
                <a:latin typeface="Tinkoff Sans" panose="02000506050000020004" pitchFamily="2" charset="0"/>
              </a:rPr>
              <a:t>4</a:t>
            </a:r>
            <a:endParaRPr lang="en-US" sz="6000" b="1" dirty="0">
              <a:latin typeface="Tinkoff Sans" panose="02000506050000020004" pitchFamily="2" charset="0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9316032-2FA1-3443-82AB-60E2822CB9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7772" y="2230693"/>
            <a:ext cx="10248252" cy="734458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579C9DD-DAB0-46E3-9249-303363FACD8F}"/>
              </a:ext>
            </a:extLst>
          </p:cNvPr>
          <p:cNvSpPr txBox="1"/>
          <p:nvPr/>
        </p:nvSpPr>
        <p:spPr>
          <a:xfrm>
            <a:off x="11999253" y="1655763"/>
            <a:ext cx="7080910" cy="55091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sz="3200" b="1" dirty="0">
                <a:solidFill>
                  <a:srgbClr val="1F2328"/>
                </a:solidFill>
                <a:latin typeface="Tinkoff Sans" panose="02000506050000020004" pitchFamily="2" charset="77"/>
              </a:rPr>
              <a:t>H</a:t>
            </a:r>
            <a:r>
              <a:rPr lang="en-GB" sz="3200" b="1" i="0" dirty="0">
                <a:solidFill>
                  <a:srgbClr val="1F2328"/>
                </a:solidFill>
                <a:effectLst/>
                <a:latin typeface="Tinkoff Sans" panose="02000506050000020004" pitchFamily="2" charset="77"/>
              </a:rPr>
              <a:t>appens-before</a:t>
            </a:r>
            <a:r>
              <a:rPr lang="en-GB" sz="3200" b="0" i="0" dirty="0">
                <a:solidFill>
                  <a:srgbClr val="1F2328"/>
                </a:solidFill>
                <a:effectLst/>
                <a:latin typeface="Tinkoff Sans" panose="02000506050000020004" pitchFamily="2" charset="77"/>
              </a:rPr>
              <a:t> - </a:t>
            </a:r>
            <a:r>
              <a:rPr lang="ru-RU" sz="3200" b="0" i="0" dirty="0">
                <a:solidFill>
                  <a:srgbClr val="1F2328"/>
                </a:solidFill>
                <a:effectLst/>
                <a:latin typeface="Tinkoff Sans" panose="02000506050000020004" pitchFamily="2" charset="77"/>
              </a:rPr>
              <a:t>логическое ограничение на порядок выполнения инструкций программы. Если указывается, что запись в переменную и последующее ее чтение связаны через эту зависимость, то как бы при выполнении не переупорядочивались инструкции, в момент чтения все связанные с процессом записи результаты уже зафиксированы и видны.</a:t>
            </a:r>
            <a:endParaRPr kumimoji="0" lang="en-RU" sz="3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 panose="02000506050000020004" pitchFamily="2" charset="77"/>
              <a:sym typeface="Tinkoff Sans"/>
            </a:endParaRPr>
          </a:p>
        </p:txBody>
      </p:sp>
    </p:spTree>
    <p:extLst>
      <p:ext uri="{BB962C8B-B14F-4D97-AF65-F5344CB8AC3E}">
        <p14:creationId xmlns:p14="http://schemas.microsoft.com/office/powerpoint/2010/main" val="36150259"/>
      </p:ext>
    </p:extLst>
  </p:cSld>
  <p:clrMapOvr>
    <a:masterClrMapping/>
  </p:clrMapOvr>
  <p:transition spd="med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older 2">
            <a:extLst>
              <a:ext uri="{FF2B5EF4-FFF2-40B4-BE49-F238E27FC236}">
                <a16:creationId xmlns:a16="http://schemas.microsoft.com/office/drawing/2014/main" id="{B92C54D0-457E-F14E-8808-733AED77E2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38593" y="9089865"/>
            <a:ext cx="8226425" cy="1351123"/>
          </a:xfrm>
          <a:prstGeom prst="rect">
            <a:avLst/>
          </a:prstGeom>
        </p:spPr>
        <p:txBody>
          <a:bodyPr lIns="0" tIns="0" rIns="0" bIns="0" anchor="b"/>
          <a:lstStyle>
            <a:lvl1pPr marL="12700" marR="0" indent="0" algn="l" defTabSz="914400" rtl="0" eaLnBrk="1" fontAlgn="auto" latinLnBrk="0" hangingPunct="1">
              <a:lnSpc>
                <a:spcPct val="100000"/>
              </a:lnSpc>
              <a:spcBef>
                <a:spcPts val="115"/>
              </a:spcBef>
              <a:spcAft>
                <a:spcPts val="0"/>
              </a:spcAft>
              <a:buClrTx/>
              <a:buSzTx/>
              <a:buFontTx/>
              <a:buNone/>
              <a:tabLst/>
              <a:defRPr sz="7900" b="0" i="0">
                <a:solidFill>
                  <a:srgbClr val="1A1919"/>
                </a:solidFill>
                <a:latin typeface="Tinkoff Sans"/>
                <a:cs typeface="Tinkoff Sans"/>
              </a:defRPr>
            </a:lvl1pPr>
          </a:lstStyle>
          <a:p>
            <a:pPr marL="12498" defTabSz="899880">
              <a:spcBef>
                <a:spcPts val="0"/>
              </a:spcBef>
              <a:defRPr/>
            </a:pPr>
            <a:r>
              <a:rPr lang="ru-RU" sz="9000" b="1" dirty="0">
                <a:latin typeface="Tinkoff Sans" panose="02000506050000020004" pitchFamily="2" charset="0"/>
              </a:rPr>
              <a:t>Спасибо!</a:t>
            </a:r>
            <a:endParaRPr sz="9000" b="1" dirty="0">
              <a:latin typeface="Tinkoff Sans" panose="0200050605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168656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Тема Office">
  <a:themeElements>
    <a:clrScheme name="Пользовательские 21">
      <a:dk1>
        <a:srgbClr val="1A1919"/>
      </a:dk1>
      <a:lt1>
        <a:srgbClr val="282828"/>
      </a:lt1>
      <a:dk2>
        <a:srgbClr val="757675"/>
      </a:dk2>
      <a:lt2>
        <a:srgbClr val="585858"/>
      </a:lt2>
      <a:accent1>
        <a:srgbClr val="FFDD2C"/>
      </a:accent1>
      <a:accent2>
        <a:srgbClr val="E5ECFF"/>
      </a:accent2>
      <a:accent3>
        <a:srgbClr val="F9F9F9"/>
      </a:accent3>
      <a:accent4>
        <a:srgbClr val="F5F5F6"/>
      </a:accent4>
      <a:accent5>
        <a:srgbClr val="AFAFAF"/>
      </a:accent5>
      <a:accent6>
        <a:srgbClr val="FFFFFF"/>
      </a:accent6>
      <a:hlink>
        <a:srgbClr val="438AF8"/>
      </a:hlink>
      <a:folHlink>
        <a:srgbClr val="525454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>
            <a:lumMod val="75000"/>
            <a:alpha val="19000"/>
          </a:schemeClr>
        </a:solidFill>
        <a:ln w="12700" cap="flat">
          <a:noFill/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no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 dirty="0">
            <a:ln>
              <a:noFill/>
            </a:ln>
            <a:solidFill>
              <a:srgbClr val="000000"/>
            </a:solidFill>
            <a:effectLst/>
            <a:uFillTx/>
            <a:latin typeface="Tinkoff Sans"/>
            <a:ea typeface="Tinkoff Sans"/>
            <a:cs typeface="Tinkoff Sans"/>
            <a:sym typeface="Tinkoff Sans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Tinkoff Sans"/>
            <a:ea typeface="Tinkoff Sans"/>
            <a:cs typeface="Tinkoff Sans"/>
            <a:sym typeface="Tinkoff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Тема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CC520"/>
      </a:accent1>
      <a:accent2>
        <a:srgbClr val="DEDEDE"/>
      </a:accent2>
      <a:accent3>
        <a:srgbClr val="585858"/>
      </a:accent3>
      <a:accent4>
        <a:srgbClr val="BCBCBC"/>
      </a:accent4>
      <a:accent5>
        <a:srgbClr val="B1C5FA"/>
      </a:accent5>
      <a:accent6>
        <a:srgbClr val="6236FF"/>
      </a:accent6>
      <a:hlink>
        <a:srgbClr val="0000FF"/>
      </a:hlink>
      <a:folHlink>
        <a:srgbClr val="FF00FF"/>
      </a:folHlink>
    </a:clrScheme>
    <a:fontScheme name="Тема Offic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Tinkoff Sans"/>
            <a:ea typeface="Tinkoff Sans"/>
            <a:cs typeface="Tinkoff Sans"/>
            <a:sym typeface="Tinkoff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Tinkoff Sans"/>
            <a:ea typeface="Tinkoff Sans"/>
            <a:cs typeface="Tinkoff Sans"/>
            <a:sym typeface="Tinkoff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45948</TotalTime>
  <Words>1681</Words>
  <Application>Microsoft Macintosh PowerPoint</Application>
  <PresentationFormat>Custom</PresentationFormat>
  <Paragraphs>215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7" baseType="lpstr">
      <vt:lpstr>TINKOFFSANS-MEDIUM</vt:lpstr>
      <vt:lpstr>Wingdings</vt:lpstr>
      <vt:lpstr>Tinkoff Sans</vt:lpstr>
      <vt:lpstr>Arial</vt:lpstr>
      <vt:lpstr>Calibri</vt:lpstr>
      <vt:lpstr>Тема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Спасибо!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Microsoft Office User</cp:lastModifiedBy>
  <cp:revision>855</cp:revision>
  <dcterms:modified xsi:type="dcterms:W3CDTF">2024-11-20T11:21:16Z</dcterms:modified>
</cp:coreProperties>
</file>